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Figtree"/>
      <p:regular r:id="rId19"/>
      <p:bold r:id="rId20"/>
      <p:italic r:id="rId21"/>
      <p:boldItalic r:id="rId22"/>
    </p:embeddedFont>
    <p:embeddedFont>
      <p:font typeface="Jost Light"/>
      <p:regular r:id="rId23"/>
      <p:bold r:id="rId24"/>
      <p:italic r:id="rId25"/>
      <p:boldItalic r:id="rId26"/>
    </p:embeddedFont>
    <p:embeddedFont>
      <p:font typeface="Figtree Medium"/>
      <p:regular r:id="rId27"/>
      <p:bold r:id="rId28"/>
      <p:italic r:id="rId29"/>
      <p:boldItalic r:id="rId30"/>
    </p:embeddedFont>
    <p:embeddedFont>
      <p:font typeface="Figtree Light"/>
      <p:regular r:id="rId31"/>
      <p:bold r:id="rId32"/>
      <p:italic r:id="rId33"/>
      <p:boldItalic r:id="rId34"/>
    </p:embeddedFont>
    <p:embeddedFont>
      <p:font typeface="Jos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gtree-bold.fntdata"/><Relationship Id="rId22" Type="http://schemas.openxmlformats.org/officeDocument/2006/relationships/font" Target="fonts/Figtree-boldItalic.fntdata"/><Relationship Id="rId21" Type="http://schemas.openxmlformats.org/officeDocument/2006/relationships/font" Target="fonts/Figtree-italic.fntdata"/><Relationship Id="rId24" Type="http://schemas.openxmlformats.org/officeDocument/2006/relationships/font" Target="fonts/JostLight-bold.fntdata"/><Relationship Id="rId23" Type="http://schemas.openxmlformats.org/officeDocument/2006/relationships/font" Target="fonts/Jost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ostLight-boldItalic.fntdata"/><Relationship Id="rId25" Type="http://schemas.openxmlformats.org/officeDocument/2006/relationships/font" Target="fonts/JostLight-italic.fntdata"/><Relationship Id="rId28" Type="http://schemas.openxmlformats.org/officeDocument/2006/relationships/font" Target="fonts/FigtreeMedium-bold.fntdata"/><Relationship Id="rId27" Type="http://schemas.openxmlformats.org/officeDocument/2006/relationships/font" Target="fonts/Figtree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gtreeMedium-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gtreeLight-regular.fntdata"/><Relationship Id="rId30" Type="http://schemas.openxmlformats.org/officeDocument/2006/relationships/font" Target="fonts/FigtreeMedium-boldItalic.fntdata"/><Relationship Id="rId11" Type="http://schemas.openxmlformats.org/officeDocument/2006/relationships/slide" Target="slides/slide6.xml"/><Relationship Id="rId33" Type="http://schemas.openxmlformats.org/officeDocument/2006/relationships/font" Target="fonts/FigtreeLight-italic.fntdata"/><Relationship Id="rId10" Type="http://schemas.openxmlformats.org/officeDocument/2006/relationships/slide" Target="slides/slide5.xml"/><Relationship Id="rId32" Type="http://schemas.openxmlformats.org/officeDocument/2006/relationships/font" Target="fonts/FigtreeLight-bold.fntdata"/><Relationship Id="rId13" Type="http://schemas.openxmlformats.org/officeDocument/2006/relationships/slide" Target="slides/slide8.xml"/><Relationship Id="rId35" Type="http://schemas.openxmlformats.org/officeDocument/2006/relationships/font" Target="fonts/Jost-regular.fntdata"/><Relationship Id="rId12" Type="http://schemas.openxmlformats.org/officeDocument/2006/relationships/slide" Target="slides/slide7.xml"/><Relationship Id="rId34" Type="http://schemas.openxmlformats.org/officeDocument/2006/relationships/font" Target="fonts/FigtreeLight-boldItalic.fntdata"/><Relationship Id="rId15" Type="http://schemas.openxmlformats.org/officeDocument/2006/relationships/slide" Target="slides/slide10.xml"/><Relationship Id="rId37" Type="http://schemas.openxmlformats.org/officeDocument/2006/relationships/font" Target="fonts/Jost-italic.fntdata"/><Relationship Id="rId14" Type="http://schemas.openxmlformats.org/officeDocument/2006/relationships/slide" Target="slides/slide9.xml"/><Relationship Id="rId36" Type="http://schemas.openxmlformats.org/officeDocument/2006/relationships/font" Target="fonts/Jost-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Jost-boldItalic.fntdata"/><Relationship Id="rId19" Type="http://schemas.openxmlformats.org/officeDocument/2006/relationships/font" Target="fonts/Figtree-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c8e7a48e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c8e7a48e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c8e7a48e7d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c8e7a48e7d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c8e7a48e7d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c8e7a48e7d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c8e7a48e7d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c8e7a48e7d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Jesse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c8e7a48e7d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c8e7a48e7d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8e7a48e7d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c8e7a48e7d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c8e7a48e7d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c8e7a48e7d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c8e7a48e7d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c8e7a48e7d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c8e7a48e7d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c8e7a48e7d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c8e7a48e7d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c8e7a48e7d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c8e7a48e7d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c8e7a48e7d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c8e7a48e7d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c8e7a48e7d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c8e7a48e7d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c8e7a48e7d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10"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0" y="0"/>
            <a:ext cx="9144003" cy="5143501"/>
          </a:xfrm>
          <a:prstGeom prst="rect">
            <a:avLst/>
          </a:prstGeom>
          <a:noFill/>
          <a:ln>
            <a:noFill/>
          </a:ln>
        </p:spPr>
      </p:pic>
      <p:sp>
        <p:nvSpPr>
          <p:cNvPr id="12" name="Google Shape;12;p2"/>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 name="Google Shape;13;p2"/>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14" name="Google Shape;14;p2"/>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15" name="Google Shape;15;p2"/>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16" name="Shape 16"/>
        <p:cNvGrpSpPr/>
        <p:nvPr/>
      </p:nvGrpSpPr>
      <p:grpSpPr>
        <a:xfrm>
          <a:off x="0" y="0"/>
          <a:ext cx="0" cy="0"/>
          <a:chOff x="0" y="0"/>
          <a:chExt cx="0" cy="0"/>
        </a:xfrm>
      </p:grpSpPr>
      <p:sp>
        <p:nvSpPr>
          <p:cNvPr id="17" name="Google Shape;17;p3"/>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8" name="Google Shape;18;p3"/>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9" name="Google Shape;19;p3"/>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0" name="Google Shape;20;p3"/>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21" name="Google Shape;21;p3"/>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2" name="Google Shape;22;p3"/>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3" name="Google Shape;23;p3"/>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4" name="Google Shape;24;p3"/>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5" name="Google Shape;25;p3"/>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6" name="Google Shape;26;p3"/>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7" name="Google Shape;27;p3"/>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8" name="Google Shape;28;p3"/>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29" name="Google Shape;29;p3"/>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0" name="Google Shape;30;p3"/>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1" name="Google Shape;31;p3"/>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2" name="Google Shape;32;p3"/>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3" name="Google Shape;33;p3"/>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34" name="Shape 34"/>
        <p:cNvGrpSpPr/>
        <p:nvPr/>
      </p:nvGrpSpPr>
      <p:grpSpPr>
        <a:xfrm>
          <a:off x="0" y="0"/>
          <a:ext cx="0" cy="0"/>
          <a:chOff x="0" y="0"/>
          <a:chExt cx="0" cy="0"/>
        </a:xfrm>
      </p:grpSpPr>
      <p:sp>
        <p:nvSpPr>
          <p:cNvPr id="35" name="Google Shape;35;p4"/>
          <p:cNvSpPr/>
          <p:nvPr>
            <p:ph idx="2" type="pic"/>
          </p:nvPr>
        </p:nvSpPr>
        <p:spPr>
          <a:xfrm>
            <a:off x="0" y="-9000"/>
            <a:ext cx="3054300" cy="3252900"/>
          </a:xfrm>
          <a:prstGeom prst="rect">
            <a:avLst/>
          </a:prstGeom>
          <a:noFill/>
          <a:ln>
            <a:noFill/>
          </a:ln>
        </p:spPr>
      </p:sp>
      <p:sp>
        <p:nvSpPr>
          <p:cNvPr id="36" name="Google Shape;36;p4"/>
          <p:cNvSpPr/>
          <p:nvPr>
            <p:ph idx="3" type="pic"/>
          </p:nvPr>
        </p:nvSpPr>
        <p:spPr>
          <a:xfrm>
            <a:off x="3044117" y="-9000"/>
            <a:ext cx="3054300" cy="3252900"/>
          </a:xfrm>
          <a:prstGeom prst="rect">
            <a:avLst/>
          </a:prstGeom>
          <a:noFill/>
          <a:ln>
            <a:noFill/>
          </a:ln>
        </p:spPr>
      </p:sp>
      <p:sp>
        <p:nvSpPr>
          <p:cNvPr id="37" name="Google Shape;37;p4"/>
          <p:cNvSpPr/>
          <p:nvPr>
            <p:ph idx="4" type="pic"/>
          </p:nvPr>
        </p:nvSpPr>
        <p:spPr>
          <a:xfrm>
            <a:off x="6088233" y="-9000"/>
            <a:ext cx="3054300" cy="3252900"/>
          </a:xfrm>
          <a:prstGeom prst="rect">
            <a:avLst/>
          </a:prstGeom>
          <a:noFill/>
          <a:ln>
            <a:noFill/>
          </a:ln>
        </p:spPr>
      </p:sp>
      <p:sp>
        <p:nvSpPr>
          <p:cNvPr id="38" name="Google Shape;38;p4"/>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39" name="Google Shape;39;p4"/>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0" name="Google Shape;40;p4"/>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1" name="Google Shape;41;p4"/>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42" name="Google Shape;42;p4"/>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3" name="Google Shape;43;p4"/>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4" name="Google Shape;44;p4"/>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 name="Google Shape;45;p4"/>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6" name="Google Shape;46;p4"/>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47" name="Shape 47"/>
        <p:cNvGrpSpPr/>
        <p:nvPr/>
      </p:nvGrpSpPr>
      <p:grpSpPr>
        <a:xfrm>
          <a:off x="0" y="0"/>
          <a:ext cx="0" cy="0"/>
          <a:chOff x="0" y="0"/>
          <a:chExt cx="0" cy="0"/>
        </a:xfrm>
      </p:grpSpPr>
      <p:sp>
        <p:nvSpPr>
          <p:cNvPr id="48" name="Google Shape;48;p5"/>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49" name="Google Shape;49;p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0" name="Google Shape;50;p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1" name="Google Shape;51;p5"/>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2" name="Google Shape;52;p5"/>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5"/>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4" name="Google Shape;54;p5"/>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5" name="Google Shape;55;p5"/>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56" name="Google Shape;56;p5"/>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7" name="Google Shape;57;p5"/>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8" name="Google Shape;58;p5"/>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9" name="Google Shape;59;p5"/>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0" name="Google Shape;60;p5"/>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1" name="Google Shape;61;p5"/>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2" name="Google Shape;62;p5"/>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3" name="Google Shape;63;p5"/>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4" name="Google Shape;64;p5"/>
          <p:cNvSpPr/>
          <p:nvPr>
            <p:ph idx="19" type="pic"/>
          </p:nvPr>
        </p:nvSpPr>
        <p:spPr>
          <a:xfrm>
            <a:off x="1726022" y="1991825"/>
            <a:ext cx="1288500" cy="1363800"/>
          </a:xfrm>
          <a:prstGeom prst="roundRect">
            <a:avLst>
              <a:gd fmla="val 6764" name="adj"/>
            </a:avLst>
          </a:prstGeom>
          <a:noFill/>
          <a:ln>
            <a:noFill/>
          </a:ln>
        </p:spPr>
      </p:sp>
      <p:sp>
        <p:nvSpPr>
          <p:cNvPr id="65" name="Google Shape;65;p5"/>
          <p:cNvSpPr/>
          <p:nvPr>
            <p:ph idx="20" type="pic"/>
          </p:nvPr>
        </p:nvSpPr>
        <p:spPr>
          <a:xfrm>
            <a:off x="3194345" y="1991825"/>
            <a:ext cx="1288500" cy="1363800"/>
          </a:xfrm>
          <a:prstGeom prst="roundRect">
            <a:avLst>
              <a:gd fmla="val 6764" name="adj"/>
            </a:avLst>
          </a:prstGeom>
          <a:noFill/>
          <a:ln>
            <a:noFill/>
          </a:ln>
        </p:spPr>
      </p:sp>
      <p:sp>
        <p:nvSpPr>
          <p:cNvPr id="66" name="Google Shape;66;p5"/>
          <p:cNvSpPr/>
          <p:nvPr>
            <p:ph idx="21" type="pic"/>
          </p:nvPr>
        </p:nvSpPr>
        <p:spPr>
          <a:xfrm>
            <a:off x="4662668" y="1991825"/>
            <a:ext cx="1288500" cy="1363800"/>
          </a:xfrm>
          <a:prstGeom prst="roundRect">
            <a:avLst>
              <a:gd fmla="val 6764" name="adj"/>
            </a:avLst>
          </a:prstGeom>
          <a:noFill/>
          <a:ln>
            <a:noFill/>
          </a:ln>
        </p:spPr>
      </p:sp>
      <p:sp>
        <p:nvSpPr>
          <p:cNvPr id="67" name="Google Shape;67;p5"/>
          <p:cNvSpPr/>
          <p:nvPr>
            <p:ph idx="22" type="pic"/>
          </p:nvPr>
        </p:nvSpPr>
        <p:spPr>
          <a:xfrm>
            <a:off x="6130990" y="1991825"/>
            <a:ext cx="1288500" cy="1363800"/>
          </a:xfrm>
          <a:prstGeom prst="roundRect">
            <a:avLst>
              <a:gd fmla="val 6764" name="adj"/>
            </a:avLst>
          </a:prstGeom>
          <a:noFill/>
          <a:ln>
            <a:noFill/>
          </a:ln>
        </p:spPr>
      </p:sp>
      <p:sp>
        <p:nvSpPr>
          <p:cNvPr id="68" name="Google Shape;68;p5"/>
          <p:cNvSpPr/>
          <p:nvPr>
            <p:ph idx="23" type="pic"/>
          </p:nvPr>
        </p:nvSpPr>
        <p:spPr>
          <a:xfrm>
            <a:off x="7599313" y="1991825"/>
            <a:ext cx="1288500" cy="1363800"/>
          </a:xfrm>
          <a:prstGeom prst="roundRect">
            <a:avLst>
              <a:gd fmla="val 6764" name="adj"/>
            </a:avLst>
          </a:prstGeom>
          <a:noFill/>
          <a:ln>
            <a:noFill/>
          </a:ln>
        </p:spPr>
      </p:sp>
      <p:sp>
        <p:nvSpPr>
          <p:cNvPr id="69" name="Google Shape;69;p5"/>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70" name="Shape 70"/>
        <p:cNvGrpSpPr/>
        <p:nvPr/>
      </p:nvGrpSpPr>
      <p:grpSpPr>
        <a:xfrm>
          <a:off x="0" y="0"/>
          <a:ext cx="0" cy="0"/>
          <a:chOff x="0" y="0"/>
          <a:chExt cx="0" cy="0"/>
        </a:xfrm>
      </p:grpSpPr>
      <p:sp>
        <p:nvSpPr>
          <p:cNvPr id="71" name="Google Shape;71;p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3" name="Google Shape;73;p6"/>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74" name="Shape 74"/>
        <p:cNvGrpSpPr/>
        <p:nvPr/>
      </p:nvGrpSpPr>
      <p:grpSpPr>
        <a:xfrm>
          <a:off x="0" y="0"/>
          <a:ext cx="0" cy="0"/>
          <a:chOff x="0" y="0"/>
          <a:chExt cx="0" cy="0"/>
        </a:xfrm>
      </p:grpSpPr>
      <p:sp>
        <p:nvSpPr>
          <p:cNvPr id="75" name="Google Shape;75;p7"/>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6" name="Google Shape;76;p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7" name="Google Shape;77;p7"/>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78" name="Google Shape;78;p7"/>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79" name="Google Shape;79;p7"/>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80" name="Google Shape;80;p7"/>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81" name="Shape 81"/>
        <p:cNvGrpSpPr/>
        <p:nvPr/>
      </p:nvGrpSpPr>
      <p:grpSpPr>
        <a:xfrm>
          <a:off x="0" y="0"/>
          <a:ext cx="0" cy="0"/>
          <a:chOff x="0" y="0"/>
          <a:chExt cx="0" cy="0"/>
        </a:xfrm>
      </p:grpSpPr>
      <p:sp>
        <p:nvSpPr>
          <p:cNvPr id="82" name="Google Shape;82;p8"/>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3" name="Google Shape;83;p8"/>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4" name="Google Shape;84;p8"/>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85" name="Google Shape;85;p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6" name="Google Shape;86;p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7" name="Google Shape;87;p8"/>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88" name="Google Shape;88;p8"/>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89" name="Google Shape;89;p8"/>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90" name="Google Shape;90;p8"/>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91" name="Shape 91"/>
        <p:cNvGrpSpPr/>
        <p:nvPr/>
      </p:nvGrpSpPr>
      <p:grpSpPr>
        <a:xfrm>
          <a:off x="0" y="0"/>
          <a:ext cx="0" cy="0"/>
          <a:chOff x="0" y="0"/>
          <a:chExt cx="0" cy="0"/>
        </a:xfrm>
      </p:grpSpPr>
      <p:sp>
        <p:nvSpPr>
          <p:cNvPr id="92" name="Google Shape;92;p9"/>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3" name="Google Shape;93;p9"/>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4" name="Google Shape;94;p9"/>
          <p:cNvSpPr/>
          <p:nvPr>
            <p:ph idx="2" type="pic"/>
          </p:nvPr>
        </p:nvSpPr>
        <p:spPr>
          <a:xfrm>
            <a:off x="0" y="-9000"/>
            <a:ext cx="3054300" cy="3252900"/>
          </a:xfrm>
          <a:prstGeom prst="rect">
            <a:avLst/>
          </a:prstGeom>
          <a:noFill/>
          <a:ln>
            <a:noFill/>
          </a:ln>
        </p:spPr>
      </p:sp>
      <p:sp>
        <p:nvSpPr>
          <p:cNvPr id="95" name="Google Shape;95;p9"/>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96" name="Google Shape;96;p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7" name="Google Shape;97;p9"/>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8" name="Google Shape;98;p9"/>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9" name="Google Shape;99;p9"/>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00" name="Google Shape;100;p9"/>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01" name="Shape 101"/>
        <p:cNvGrpSpPr/>
        <p:nvPr/>
      </p:nvGrpSpPr>
      <p:grpSpPr>
        <a:xfrm>
          <a:off x="0" y="0"/>
          <a:ext cx="0" cy="0"/>
          <a:chOff x="0" y="0"/>
          <a:chExt cx="0" cy="0"/>
        </a:xfrm>
      </p:grpSpPr>
      <p:sp>
        <p:nvSpPr>
          <p:cNvPr id="102" name="Google Shape;102;p1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3" name="Google Shape;103;p10"/>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4" name="Google Shape;104;p1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5" name="Google Shape;105;p1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6" name="Google Shape;106;p10"/>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07" name="Google Shape;107;p10"/>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8" name="Google Shape;108;p10"/>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09" name="Google Shape;109;p10"/>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10" name="Shape 110"/>
        <p:cNvGrpSpPr/>
        <p:nvPr/>
      </p:nvGrpSpPr>
      <p:grpSpPr>
        <a:xfrm>
          <a:off x="0" y="0"/>
          <a:ext cx="0" cy="0"/>
          <a:chOff x="0" y="0"/>
          <a:chExt cx="0" cy="0"/>
        </a:xfrm>
      </p:grpSpPr>
      <p:sp>
        <p:nvSpPr>
          <p:cNvPr id="111" name="Google Shape;111;p11"/>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2" name="Google Shape;112;p11"/>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3" name="Google Shape;113;p1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4" name="Google Shape;114;p1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5" name="Google Shape;115;p11"/>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16" name="Google Shape;116;p11"/>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17" name="Shape 117"/>
        <p:cNvGrpSpPr/>
        <p:nvPr/>
      </p:nvGrpSpPr>
      <p:grpSpPr>
        <a:xfrm>
          <a:off x="0" y="0"/>
          <a:ext cx="0" cy="0"/>
          <a:chOff x="0" y="0"/>
          <a:chExt cx="0" cy="0"/>
        </a:xfrm>
      </p:grpSpPr>
      <p:sp>
        <p:nvSpPr>
          <p:cNvPr id="118" name="Google Shape;118;p1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19" name="Google Shape;119;p1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20" name="Google Shape;120;p1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21" name="Google Shape;121;p12"/>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2" name="Google Shape;122;p12"/>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3" name="Google Shape;123;p12"/>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4" name="Google Shape;124;p12"/>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5" name="Google Shape;125;p12"/>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6" name="Google Shape;126;p12"/>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7" name="Google Shape;127;p12"/>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8" name="Google Shape;128;p12"/>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9" name="Google Shape;129;p12"/>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0" name="Google Shape;130;p12"/>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31" name="Shape 131"/>
        <p:cNvGrpSpPr/>
        <p:nvPr/>
      </p:nvGrpSpPr>
      <p:grpSpPr>
        <a:xfrm>
          <a:off x="0" y="0"/>
          <a:ext cx="0" cy="0"/>
          <a:chOff x="0" y="0"/>
          <a:chExt cx="0" cy="0"/>
        </a:xfrm>
      </p:grpSpPr>
      <p:sp>
        <p:nvSpPr>
          <p:cNvPr id="132" name="Google Shape;132;p13"/>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3" name="Google Shape;133;p13"/>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4" name="Google Shape;134;p13"/>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5" name="Google Shape;135;p13"/>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6" name="Google Shape;136;p1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7" name="Google Shape;137;p13"/>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8" name="Google Shape;138;p13"/>
          <p:cNvSpPr/>
          <p:nvPr>
            <p:ph idx="4" type="pic"/>
          </p:nvPr>
        </p:nvSpPr>
        <p:spPr>
          <a:xfrm>
            <a:off x="230075" y="457200"/>
            <a:ext cx="3681600" cy="2309700"/>
          </a:xfrm>
          <a:prstGeom prst="rect">
            <a:avLst/>
          </a:prstGeom>
          <a:noFill/>
          <a:ln>
            <a:noFill/>
          </a:ln>
        </p:spPr>
      </p:sp>
      <p:sp>
        <p:nvSpPr>
          <p:cNvPr id="139" name="Google Shape;139;p13"/>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0" name="Google Shape;140;p13"/>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1" name="Google Shape;141;p13"/>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2" name="Google Shape;142;p13"/>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3" name="Google Shape;143;p13"/>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4" name="Google Shape;144;p13"/>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45" name="Shape 145"/>
        <p:cNvGrpSpPr/>
        <p:nvPr/>
      </p:nvGrpSpPr>
      <p:grpSpPr>
        <a:xfrm>
          <a:off x="0" y="0"/>
          <a:ext cx="0" cy="0"/>
          <a:chOff x="0" y="0"/>
          <a:chExt cx="0" cy="0"/>
        </a:xfrm>
      </p:grpSpPr>
      <p:sp>
        <p:nvSpPr>
          <p:cNvPr id="146" name="Google Shape;146;p1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7" name="Google Shape;147;p1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8" name="Google Shape;148;p1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9" name="Google Shape;149;p14"/>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0" name="Google Shape;150;p14"/>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51" name="Google Shape;151;p14"/>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52" name="Shape 152"/>
        <p:cNvGrpSpPr/>
        <p:nvPr/>
      </p:nvGrpSpPr>
      <p:grpSpPr>
        <a:xfrm>
          <a:off x="0" y="0"/>
          <a:ext cx="0" cy="0"/>
          <a:chOff x="0" y="0"/>
          <a:chExt cx="0" cy="0"/>
        </a:xfrm>
      </p:grpSpPr>
      <p:sp>
        <p:nvSpPr>
          <p:cNvPr id="153" name="Google Shape;153;p1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4" name="Google Shape;154;p1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5" name="Google Shape;155;p15"/>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6" name="Google Shape;156;p15"/>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57" name="Google Shape;157;p15"/>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58" name="Google Shape;158;p15"/>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9" name="Google Shape;159;p15"/>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0" name="Google Shape;160;p15"/>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1" name="Google Shape;161;p15"/>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2" name="Google Shape;162;p15"/>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3" name="Google Shape;163;p15"/>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4" name="Google Shape;164;p15"/>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5" name="Google Shape;165;p15"/>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6" name="Google Shape;166;p15"/>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7" name="Google Shape;167;p15"/>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168" name="Shape 168"/>
        <p:cNvGrpSpPr/>
        <p:nvPr/>
      </p:nvGrpSpPr>
      <p:grpSpPr>
        <a:xfrm>
          <a:off x="0" y="0"/>
          <a:ext cx="0" cy="0"/>
          <a:chOff x="0" y="0"/>
          <a:chExt cx="0" cy="0"/>
        </a:xfrm>
      </p:grpSpPr>
      <p:sp>
        <p:nvSpPr>
          <p:cNvPr id="169" name="Google Shape;169;p16"/>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0" name="Google Shape;170;p1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1" name="Google Shape;171;p1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2" name="Google Shape;172;p16"/>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3" name="Google Shape;173;p16"/>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4" name="Google Shape;174;p16"/>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5" name="Google Shape;175;p16"/>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6" name="Google Shape;176;p16"/>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177" name="Shape 177"/>
        <p:cNvGrpSpPr/>
        <p:nvPr/>
      </p:nvGrpSpPr>
      <p:grpSpPr>
        <a:xfrm>
          <a:off x="0" y="0"/>
          <a:ext cx="0" cy="0"/>
          <a:chOff x="0" y="0"/>
          <a:chExt cx="0" cy="0"/>
        </a:xfrm>
      </p:grpSpPr>
      <p:sp>
        <p:nvSpPr>
          <p:cNvPr id="178" name="Google Shape;178;p17"/>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17"/>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180" name="Google Shape;180;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1" name="Google Shape;181;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17"/>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3" name="Google Shape;183;p17"/>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4" name="Google Shape;184;p17"/>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5" name="Google Shape;185;p17"/>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6" name="Google Shape;186;p17"/>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17"/>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17"/>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9" name="Google Shape;189;p17"/>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0" name="Google Shape;190;p17"/>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1" name="Google Shape;191;p17"/>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2" name="Google Shape;192;p17"/>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193" name="Google Shape;193;p17"/>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194" name="Shape 194"/>
        <p:cNvGrpSpPr/>
        <p:nvPr/>
      </p:nvGrpSpPr>
      <p:grpSpPr>
        <a:xfrm>
          <a:off x="0" y="0"/>
          <a:ext cx="0" cy="0"/>
          <a:chOff x="0" y="0"/>
          <a:chExt cx="0" cy="0"/>
        </a:xfrm>
      </p:grpSpPr>
      <p:sp>
        <p:nvSpPr>
          <p:cNvPr id="195" name="Google Shape;195;p18"/>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96" name="Google Shape;19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7" name="Google Shape;19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8" name="Google Shape;198;p18"/>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9" name="Google Shape;199;p18"/>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0" name="Google Shape;200;p18"/>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1" name="Google Shape;201;p18"/>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2" name="Google Shape;202;p18"/>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3" name="Google Shape;203;p18"/>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18"/>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5" name="Google Shape;205;p18"/>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6" name="Google Shape;206;p18"/>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07" name="Shape 207"/>
        <p:cNvGrpSpPr/>
        <p:nvPr/>
      </p:nvGrpSpPr>
      <p:grpSpPr>
        <a:xfrm>
          <a:off x="0" y="0"/>
          <a:ext cx="0" cy="0"/>
          <a:chOff x="0" y="0"/>
          <a:chExt cx="0" cy="0"/>
        </a:xfrm>
      </p:grpSpPr>
      <p:sp>
        <p:nvSpPr>
          <p:cNvPr id="208" name="Google Shape;208;p19"/>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09" name="Google Shape;209;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0" name="Google Shape;210;p1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1" name="Google Shape;211;p19"/>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2" name="Google Shape;212;p19"/>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3" name="Google Shape;213;p19"/>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4" name="Google Shape;214;p19"/>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19"/>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6" name="Google Shape;216;p19"/>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7" name="Google Shape;217;p19"/>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8" name="Google Shape;218;p19"/>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9" name="Google Shape;219;p19"/>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20" name="Google Shape;220;p19"/>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21" name="Shape 221"/>
        <p:cNvGrpSpPr/>
        <p:nvPr/>
      </p:nvGrpSpPr>
      <p:grpSpPr>
        <a:xfrm>
          <a:off x="0" y="0"/>
          <a:ext cx="0" cy="0"/>
          <a:chOff x="0" y="0"/>
          <a:chExt cx="0" cy="0"/>
        </a:xfrm>
      </p:grpSpPr>
      <p:sp>
        <p:nvSpPr>
          <p:cNvPr id="222" name="Google Shape;222;p20"/>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23" name="Google Shape;223;p20"/>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24" name="Google Shape;224;p20"/>
          <p:cNvPicPr preferRelativeResize="0"/>
          <p:nvPr/>
        </p:nvPicPr>
        <p:blipFill rotWithShape="1">
          <a:blip r:embed="rId2">
            <a:alphaModFix/>
          </a:blip>
          <a:srcRect b="14406" l="0" r="0" t="14413"/>
          <a:stretch/>
        </p:blipFill>
        <p:spPr>
          <a:xfrm>
            <a:off x="2517525" y="1875150"/>
            <a:ext cx="2822973" cy="1350004"/>
          </a:xfrm>
          <a:prstGeom prst="rect">
            <a:avLst/>
          </a:prstGeom>
          <a:noFill/>
          <a:ln>
            <a:noFill/>
          </a:ln>
        </p:spPr>
      </p:pic>
      <p:sp>
        <p:nvSpPr>
          <p:cNvPr id="225" name="Google Shape;225;p20"/>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6" name="Google Shape;226;p20"/>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7" name="Google Shape;227;p20"/>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8" name="Google Shape;228;p20"/>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0"/>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0"/>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1" name="Google Shape;231;p20"/>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2" name="Google Shape;232;p20"/>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3" name="Google Shape;233;p20"/>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4" name="Google Shape;234;p20"/>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5" name="Google Shape;235;p20"/>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6" name="Google Shape;236;p20"/>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7" name="Google Shape;237;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8" name="Google Shape;238;p20"/>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9" name="Google Shape;239;p20"/>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40" name="Shape 240"/>
        <p:cNvGrpSpPr/>
        <p:nvPr/>
      </p:nvGrpSpPr>
      <p:grpSpPr>
        <a:xfrm>
          <a:off x="0" y="0"/>
          <a:ext cx="0" cy="0"/>
          <a:chOff x="0" y="0"/>
          <a:chExt cx="0" cy="0"/>
        </a:xfrm>
      </p:grpSpPr>
      <p:sp>
        <p:nvSpPr>
          <p:cNvPr id="241" name="Google Shape;241;p21"/>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42" name="Google Shape;242;p21"/>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3" name="Google Shape;243;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4" name="Google Shape;244;p2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45" name="Google Shape;245;p21"/>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6" name="Google Shape;246;p21"/>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7" name="Google Shape;247;p21"/>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8" name="Google Shape;248;p21"/>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9" name="Google Shape;249;p21"/>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0" name="Google Shape;250;p21"/>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51" name="Google Shape;251;p21"/>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52" name="Shape 252"/>
        <p:cNvGrpSpPr/>
        <p:nvPr/>
      </p:nvGrpSpPr>
      <p:grpSpPr>
        <a:xfrm>
          <a:off x="0" y="0"/>
          <a:ext cx="0" cy="0"/>
          <a:chOff x="0" y="0"/>
          <a:chExt cx="0" cy="0"/>
        </a:xfrm>
      </p:grpSpPr>
      <p:sp>
        <p:nvSpPr>
          <p:cNvPr id="253" name="Google Shape;253;p22"/>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2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57" name="Google Shape;257;p22"/>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22"/>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59" name="Google Shape;259;p22"/>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0" name="Google Shape;260;p22"/>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1" name="Google Shape;261;p22"/>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2" name="Google Shape;262;p22"/>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3" name="Google Shape;263;p22"/>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4" name="Google Shape;264;p22"/>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265" name="Google Shape;265;p22"/>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6" name="Google Shape;266;p22"/>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7" name="Google Shape;267;p22"/>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8" name="Google Shape;268;p22"/>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9" name="Google Shape;269;p22"/>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70" name="Google Shape;270;p22"/>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71" name="Google Shape;271;p22"/>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272" name="Shape 272"/>
        <p:cNvGrpSpPr/>
        <p:nvPr/>
      </p:nvGrpSpPr>
      <p:grpSpPr>
        <a:xfrm>
          <a:off x="0" y="0"/>
          <a:ext cx="0" cy="0"/>
          <a:chOff x="0" y="0"/>
          <a:chExt cx="0" cy="0"/>
        </a:xfrm>
      </p:grpSpPr>
      <p:sp>
        <p:nvSpPr>
          <p:cNvPr id="273" name="Google Shape;273;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4" name="Google Shape;274;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5" name="Google Shape;275;p2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76" name="Google Shape;276;p23"/>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77" name="Google Shape;277;p23"/>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78" name="Google Shape;278;p23"/>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79" name="Google Shape;279;p23"/>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0" name="Google Shape;280;p23"/>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1" name="Google Shape;281;p23"/>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2" name="Google Shape;282;p23"/>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3" name="Google Shape;283;p23"/>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4" name="Google Shape;284;p23"/>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5" name="Google Shape;285;p23"/>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6" name="Google Shape;286;p23"/>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7" name="Google Shape;287;p23"/>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8" name="Google Shape;288;p23"/>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289" name="Shape 289"/>
        <p:cNvGrpSpPr/>
        <p:nvPr/>
      </p:nvGrpSpPr>
      <p:grpSpPr>
        <a:xfrm>
          <a:off x="0" y="0"/>
          <a:ext cx="0" cy="0"/>
          <a:chOff x="0" y="0"/>
          <a:chExt cx="0" cy="0"/>
        </a:xfrm>
      </p:grpSpPr>
      <p:sp>
        <p:nvSpPr>
          <p:cNvPr id="290" name="Google Shape;290;p24"/>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1" name="Google Shape;291;p24"/>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2" name="Google Shape;292;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3" name="Google Shape;293;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4" name="Google Shape;294;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5" name="Google Shape;295;p24"/>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6" name="Google Shape;296;p24"/>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297" name="Google Shape;297;p24"/>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298" name="Google Shape;298;p24"/>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9" name="Google Shape;299;p24"/>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0" name="Google Shape;300;p24"/>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01" name="Google Shape;301;p24"/>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02" name="Google Shape;302;p24"/>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3" name="Google Shape;303;p24"/>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04" name="Shape 304"/>
        <p:cNvGrpSpPr/>
        <p:nvPr/>
      </p:nvGrpSpPr>
      <p:grpSpPr>
        <a:xfrm>
          <a:off x="0" y="0"/>
          <a:ext cx="0" cy="0"/>
          <a:chOff x="0" y="0"/>
          <a:chExt cx="0" cy="0"/>
        </a:xfrm>
      </p:grpSpPr>
      <p:sp>
        <p:nvSpPr>
          <p:cNvPr id="305" name="Google Shape;305;p25"/>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06" name="Google Shape;306;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7" name="Google Shape;307;p2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8" name="Google Shape;308;p2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09" name="Google Shape;309;p2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10" name="Google Shape;310;p25"/>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1" name="Google Shape;311;p25"/>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2" name="Google Shape;312;p25"/>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3" name="Google Shape;313;p25"/>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4" name="Google Shape;314;p25"/>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5" name="Google Shape;315;p25"/>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6" name="Google Shape;316;p25"/>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17" name="Google Shape;317;p25"/>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8" name="Google Shape;318;p25"/>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9" name="Google Shape;319;p25"/>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0" name="Google Shape;320;p25"/>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1" name="Google Shape;321;p25"/>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2" name="Google Shape;322;p25"/>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3" name="Google Shape;323;p25"/>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4" name="Google Shape;324;p25"/>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5" name="Google Shape;325;p25"/>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26" name="Shape 326"/>
        <p:cNvGrpSpPr/>
        <p:nvPr/>
      </p:nvGrpSpPr>
      <p:grpSpPr>
        <a:xfrm>
          <a:off x="0" y="0"/>
          <a:ext cx="0" cy="0"/>
          <a:chOff x="0" y="0"/>
          <a:chExt cx="0" cy="0"/>
        </a:xfrm>
      </p:grpSpPr>
      <p:sp>
        <p:nvSpPr>
          <p:cNvPr id="327" name="Google Shape;327;p2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8" name="Google Shape;328;p26"/>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9" name="Google Shape;329;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0" name="Google Shape;330;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1" name="Google Shape;331;p26"/>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32" name="Google Shape;332;p26"/>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33" name="Google Shape;333;p26"/>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6" name="Google Shape;336;p27"/>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3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0" name="Google Shape;350;p3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3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3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5" name="Google Shape;355;p34"/>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6" name="Google Shape;356;p3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1" name="Google Shape;361;p3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3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8"/>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8"/>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8"/>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8"/>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8"/>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8"/>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3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3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4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7" name="Google Shape;377;p4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4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9" name="Google Shape;379;p40"/>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0"/>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4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4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4" name="Google Shape;384;p4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5" name="Google Shape;385;p41"/>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41"/>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41"/>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4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4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4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4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4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4" name="Google Shape;394;p4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5" name="Google Shape;395;p42"/>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2"/>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2"/>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2"/>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4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ph idx="2" type="pic"/>
          </p:nvPr>
        </p:nvSpPr>
        <p:spPr>
          <a:xfrm>
            <a:off x="4804825" y="1133300"/>
            <a:ext cx="4027500" cy="2392800"/>
          </a:xfrm>
          <a:prstGeom prst="rect">
            <a:avLst/>
          </a:prstGeom>
          <a:noFill/>
          <a:ln>
            <a:noFill/>
          </a:ln>
        </p:spPr>
      </p:sp>
      <p:sp>
        <p:nvSpPr>
          <p:cNvPr id="405" name="Google Shape;405;p44"/>
          <p:cNvSpPr/>
          <p:nvPr>
            <p:ph idx="3" type="pic"/>
          </p:nvPr>
        </p:nvSpPr>
        <p:spPr>
          <a:xfrm>
            <a:off x="311725" y="1133300"/>
            <a:ext cx="4027500" cy="2392800"/>
          </a:xfrm>
          <a:prstGeom prst="rect">
            <a:avLst/>
          </a:prstGeom>
          <a:noFill/>
          <a:ln>
            <a:noFill/>
          </a:ln>
        </p:spPr>
      </p:sp>
      <p:sp>
        <p:nvSpPr>
          <p:cNvPr id="406" name="Google Shape;406;p4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7" name="Google Shape;407;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44"/>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9" name="Google Shape;409;p44"/>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5"/>
          <p:cNvSpPr/>
          <p:nvPr>
            <p:ph idx="2" type="pic"/>
          </p:nvPr>
        </p:nvSpPr>
        <p:spPr>
          <a:xfrm>
            <a:off x="6205225" y="1128325"/>
            <a:ext cx="2627100" cy="2273100"/>
          </a:xfrm>
          <a:prstGeom prst="rect">
            <a:avLst/>
          </a:prstGeom>
          <a:noFill/>
          <a:ln>
            <a:noFill/>
          </a:ln>
        </p:spPr>
      </p:sp>
      <p:sp>
        <p:nvSpPr>
          <p:cNvPr id="413" name="Google Shape;413;p45"/>
          <p:cNvSpPr/>
          <p:nvPr>
            <p:ph idx="3" type="pic"/>
          </p:nvPr>
        </p:nvSpPr>
        <p:spPr>
          <a:xfrm>
            <a:off x="311725" y="1128325"/>
            <a:ext cx="2627100" cy="2273100"/>
          </a:xfrm>
          <a:prstGeom prst="rect">
            <a:avLst/>
          </a:prstGeom>
          <a:noFill/>
          <a:ln>
            <a:noFill/>
          </a:ln>
        </p:spPr>
      </p:sp>
      <p:sp>
        <p:nvSpPr>
          <p:cNvPr id="414" name="Google Shape;414;p4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5" name="Google Shape;415;p45"/>
          <p:cNvSpPr/>
          <p:nvPr>
            <p:ph idx="5" type="pic"/>
          </p:nvPr>
        </p:nvSpPr>
        <p:spPr>
          <a:xfrm>
            <a:off x="3255250" y="1128325"/>
            <a:ext cx="2627100" cy="2273100"/>
          </a:xfrm>
          <a:prstGeom prst="rect">
            <a:avLst/>
          </a:prstGeom>
          <a:noFill/>
          <a:ln>
            <a:noFill/>
          </a:ln>
        </p:spPr>
      </p:sp>
      <p:sp>
        <p:nvSpPr>
          <p:cNvPr id="416" name="Google Shape;416;p4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45"/>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45"/>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45"/>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47"/>
          <p:cNvSpPr/>
          <p:nvPr>
            <p:ph idx="2" type="pic"/>
          </p:nvPr>
        </p:nvSpPr>
        <p:spPr>
          <a:xfrm>
            <a:off x="3389600" y="118913"/>
            <a:ext cx="1643700" cy="1535100"/>
          </a:xfrm>
          <a:prstGeom prst="rect">
            <a:avLst/>
          </a:prstGeom>
          <a:noFill/>
          <a:ln>
            <a:noFill/>
          </a:ln>
        </p:spPr>
      </p:sp>
      <p:sp>
        <p:nvSpPr>
          <p:cNvPr id="425" name="Google Shape;425;p47"/>
          <p:cNvSpPr/>
          <p:nvPr>
            <p:ph idx="3" type="pic"/>
          </p:nvPr>
        </p:nvSpPr>
        <p:spPr>
          <a:xfrm>
            <a:off x="5195935" y="118913"/>
            <a:ext cx="1643700" cy="1535100"/>
          </a:xfrm>
          <a:prstGeom prst="rect">
            <a:avLst/>
          </a:prstGeom>
          <a:noFill/>
          <a:ln>
            <a:noFill/>
          </a:ln>
        </p:spPr>
      </p:sp>
      <p:sp>
        <p:nvSpPr>
          <p:cNvPr id="426" name="Google Shape;426;p47"/>
          <p:cNvSpPr/>
          <p:nvPr>
            <p:ph idx="4" type="pic"/>
          </p:nvPr>
        </p:nvSpPr>
        <p:spPr>
          <a:xfrm>
            <a:off x="7002270" y="118913"/>
            <a:ext cx="1643700" cy="1535100"/>
          </a:xfrm>
          <a:prstGeom prst="rect">
            <a:avLst/>
          </a:prstGeom>
          <a:noFill/>
          <a:ln>
            <a:noFill/>
          </a:ln>
        </p:spPr>
      </p:sp>
      <p:sp>
        <p:nvSpPr>
          <p:cNvPr id="427" name="Google Shape;427;p47"/>
          <p:cNvSpPr/>
          <p:nvPr>
            <p:ph idx="5" type="pic"/>
          </p:nvPr>
        </p:nvSpPr>
        <p:spPr>
          <a:xfrm>
            <a:off x="3389588" y="1804212"/>
            <a:ext cx="1643700" cy="1535100"/>
          </a:xfrm>
          <a:prstGeom prst="rect">
            <a:avLst/>
          </a:prstGeom>
          <a:noFill/>
          <a:ln>
            <a:noFill/>
          </a:ln>
        </p:spPr>
      </p:sp>
      <p:sp>
        <p:nvSpPr>
          <p:cNvPr id="428" name="Google Shape;428;p47"/>
          <p:cNvSpPr/>
          <p:nvPr>
            <p:ph idx="6" type="pic"/>
          </p:nvPr>
        </p:nvSpPr>
        <p:spPr>
          <a:xfrm>
            <a:off x="5195922" y="1804212"/>
            <a:ext cx="1643700" cy="1535100"/>
          </a:xfrm>
          <a:prstGeom prst="rect">
            <a:avLst/>
          </a:prstGeom>
          <a:noFill/>
          <a:ln>
            <a:noFill/>
          </a:ln>
        </p:spPr>
      </p:sp>
      <p:sp>
        <p:nvSpPr>
          <p:cNvPr id="429" name="Google Shape;429;p47"/>
          <p:cNvSpPr/>
          <p:nvPr>
            <p:ph idx="7" type="pic"/>
          </p:nvPr>
        </p:nvSpPr>
        <p:spPr>
          <a:xfrm>
            <a:off x="7002257" y="1804212"/>
            <a:ext cx="1643700" cy="1535100"/>
          </a:xfrm>
          <a:prstGeom prst="rect">
            <a:avLst/>
          </a:prstGeom>
          <a:noFill/>
          <a:ln>
            <a:noFill/>
          </a:ln>
        </p:spPr>
      </p:sp>
      <p:sp>
        <p:nvSpPr>
          <p:cNvPr id="430" name="Google Shape;430;p4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47"/>
          <p:cNvSpPr/>
          <p:nvPr>
            <p:ph idx="8" type="pic"/>
          </p:nvPr>
        </p:nvSpPr>
        <p:spPr>
          <a:xfrm>
            <a:off x="3389588" y="3489487"/>
            <a:ext cx="1643700" cy="1535100"/>
          </a:xfrm>
          <a:prstGeom prst="rect">
            <a:avLst/>
          </a:prstGeom>
          <a:noFill/>
          <a:ln>
            <a:noFill/>
          </a:ln>
        </p:spPr>
      </p:sp>
      <p:sp>
        <p:nvSpPr>
          <p:cNvPr id="432" name="Google Shape;432;p47"/>
          <p:cNvSpPr/>
          <p:nvPr>
            <p:ph idx="9" type="pic"/>
          </p:nvPr>
        </p:nvSpPr>
        <p:spPr>
          <a:xfrm>
            <a:off x="5195922" y="3489487"/>
            <a:ext cx="1643700" cy="1535100"/>
          </a:xfrm>
          <a:prstGeom prst="rect">
            <a:avLst/>
          </a:prstGeom>
          <a:noFill/>
          <a:ln>
            <a:noFill/>
          </a:ln>
        </p:spPr>
      </p:sp>
      <p:sp>
        <p:nvSpPr>
          <p:cNvPr id="433" name="Google Shape;433;p4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2.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 name="Google Shape;7;p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 name="Google Shape;8;p1"/>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9" name="Google Shape;9;p1"/>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8"/>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SPRINT 4</a:t>
            </a:r>
            <a:endParaRPr/>
          </a:p>
          <a:p>
            <a:pPr indent="0" lvl="0" marL="0" rtl="0" algn="l">
              <a:spcBef>
                <a:spcPts val="0"/>
              </a:spcBef>
              <a:spcAft>
                <a:spcPts val="0"/>
              </a:spcAft>
              <a:buNone/>
            </a:pPr>
            <a:r>
              <a:rPr lang="en"/>
              <a:t>REPORT</a:t>
            </a:r>
            <a:endParaRPr/>
          </a:p>
        </p:txBody>
      </p:sp>
      <p:sp>
        <p:nvSpPr>
          <p:cNvPr id="439" name="Google Shape;439;p48"/>
          <p:cNvSpPr txBox="1"/>
          <p:nvPr>
            <p:ph type="title"/>
          </p:nvPr>
        </p:nvSpPr>
        <p:spPr>
          <a:xfrm>
            <a:off x="228225" y="4579187"/>
            <a:ext cx="73104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Zachary Mullin, Luis Zarate, Jesse Boakye</a:t>
            </a:r>
            <a:endParaRPr/>
          </a:p>
          <a:p>
            <a:pPr indent="0" lvl="0" marL="0" rtl="0" algn="l">
              <a:spcBef>
                <a:spcPts val="0"/>
              </a:spcBef>
              <a:spcAft>
                <a:spcPts val="0"/>
              </a:spcAft>
              <a:buNone/>
            </a:pPr>
            <a:r>
              <a:rPr lang="en"/>
              <a:t>Client: Ron Wright</a:t>
            </a:r>
            <a:endParaRPr/>
          </a:p>
          <a:p>
            <a:pPr indent="0" lvl="0" marL="0" rtl="0" algn="l">
              <a:spcBef>
                <a:spcPts val="0"/>
              </a:spcBef>
              <a:spcAft>
                <a:spcPts val="0"/>
              </a:spcAft>
              <a:buNone/>
            </a:pPr>
            <a:r>
              <a:rPr lang="en"/>
              <a:t>Mentor: Parteek Kumar</a:t>
            </a:r>
            <a:endParaRPr/>
          </a:p>
        </p:txBody>
      </p:sp>
      <p:sp>
        <p:nvSpPr>
          <p:cNvPr id="440" name="Google Shape;440;p48"/>
          <p:cNvSpPr txBox="1"/>
          <p:nvPr>
            <p:ph idx="1" type="subTitle"/>
          </p:nvPr>
        </p:nvSpPr>
        <p:spPr>
          <a:xfrm>
            <a:off x="228225" y="1298200"/>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Team ZJL</a:t>
            </a:r>
            <a:endParaRPr/>
          </a:p>
        </p:txBody>
      </p:sp>
      <p:sp>
        <p:nvSpPr>
          <p:cNvPr id="441" name="Google Shape;441;p48"/>
          <p:cNvSpPr txBox="1"/>
          <p:nvPr>
            <p:ph idx="2" type="subTitle"/>
          </p:nvPr>
        </p:nvSpPr>
        <p:spPr>
          <a:xfrm>
            <a:off x="228225" y="1079450"/>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9"/>
          <p:cNvSpPr txBox="1"/>
          <p:nvPr>
            <p:ph idx="2" type="title"/>
          </p:nvPr>
        </p:nvSpPr>
        <p:spPr>
          <a:xfrm>
            <a:off x="228600" y="457200"/>
            <a:ext cx="34326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Project Introduction</a:t>
            </a:r>
            <a:endParaRPr/>
          </a:p>
        </p:txBody>
      </p:sp>
      <p:sp>
        <p:nvSpPr>
          <p:cNvPr id="447" name="Google Shape;447;p49"/>
          <p:cNvSpPr txBox="1"/>
          <p:nvPr>
            <p:ph idx="1" type="subTitle"/>
          </p:nvPr>
        </p:nvSpPr>
        <p:spPr>
          <a:xfrm>
            <a:off x="228950" y="1419750"/>
            <a:ext cx="5154900" cy="1154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500"/>
              <a:t>Our project is an AI Tutoring system that allows the student to guide their own learning and curriculum, while also giving teachers and administrators control to monitor student behavior and intervene if a student is shown to be struggling.</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0"/>
          <p:cNvSpPr/>
          <p:nvPr/>
        </p:nvSpPr>
        <p:spPr>
          <a:xfrm>
            <a:off x="5760926" y="796125"/>
            <a:ext cx="1804500" cy="4091700"/>
          </a:xfrm>
          <a:prstGeom prst="roundRect">
            <a:avLst>
              <a:gd fmla="val 6808" name="adj"/>
            </a:avLst>
          </a:prstGeom>
          <a:solidFill>
            <a:schemeClr val="lt1"/>
          </a:solidFill>
          <a:ln>
            <a:noFill/>
          </a:ln>
          <a:effectLst>
            <a:outerShdw blurRad="240212" rotWithShape="0" algn="bl" dir="5400000" dist="26690">
              <a:schemeClr val="lt2">
                <a:alpha val="64999"/>
              </a:schemeClr>
            </a:outerShdw>
          </a:effectLst>
        </p:spPr>
        <p:txBody>
          <a:bodyPr anchorCtr="0" anchor="ctr" bIns="128100" lIns="128100" spcFirstLastPara="1" rIns="128100" wrap="square" tIns="128100">
            <a:noAutofit/>
          </a:bodyPr>
          <a:lstStyle/>
          <a:p>
            <a:pPr indent="0" lvl="0" marL="0" rtl="0" algn="ctr">
              <a:spcBef>
                <a:spcPts val="0"/>
              </a:spcBef>
              <a:spcAft>
                <a:spcPts val="0"/>
              </a:spcAft>
              <a:buNone/>
            </a:pPr>
            <a:r>
              <a:t/>
            </a:r>
            <a:endParaRPr sz="1961">
              <a:solidFill>
                <a:schemeClr val="lt1"/>
              </a:solidFill>
              <a:latin typeface="Figtree"/>
              <a:ea typeface="Figtree"/>
              <a:cs typeface="Figtree"/>
              <a:sym typeface="Figtree"/>
            </a:endParaRPr>
          </a:p>
        </p:txBody>
      </p:sp>
      <p:sp>
        <p:nvSpPr>
          <p:cNvPr id="453" name="Google Shape;453;p50"/>
          <p:cNvSpPr/>
          <p:nvPr/>
        </p:nvSpPr>
        <p:spPr>
          <a:xfrm>
            <a:off x="3702810" y="796125"/>
            <a:ext cx="1805400" cy="4091700"/>
          </a:xfrm>
          <a:prstGeom prst="roundRect">
            <a:avLst>
              <a:gd fmla="val 7120" name="adj"/>
            </a:avLst>
          </a:prstGeom>
          <a:solidFill>
            <a:schemeClr val="lt1"/>
          </a:solidFill>
          <a:ln>
            <a:noFill/>
          </a:ln>
          <a:effectLst>
            <a:outerShdw blurRad="240212" rotWithShape="0" algn="bl" dir="5400000" dist="26690">
              <a:schemeClr val="dk2">
                <a:alpha val="40000"/>
              </a:schemeClr>
            </a:outerShdw>
          </a:effectLst>
        </p:spPr>
        <p:txBody>
          <a:bodyPr anchorCtr="0" anchor="ctr" bIns="128100" lIns="128100" spcFirstLastPara="1" rIns="128100" wrap="square" tIns="128100">
            <a:noAutofit/>
          </a:bodyPr>
          <a:lstStyle/>
          <a:p>
            <a:pPr indent="0" lvl="0" marL="0" rtl="0" algn="ctr">
              <a:spcBef>
                <a:spcPts val="0"/>
              </a:spcBef>
              <a:spcAft>
                <a:spcPts val="0"/>
              </a:spcAft>
              <a:buNone/>
            </a:pPr>
            <a:r>
              <a:t/>
            </a:r>
            <a:endParaRPr sz="1961">
              <a:solidFill>
                <a:schemeClr val="lt1"/>
              </a:solidFill>
              <a:latin typeface="Figtree"/>
              <a:ea typeface="Figtree"/>
              <a:cs typeface="Figtree"/>
              <a:sym typeface="Figtree"/>
            </a:endParaRPr>
          </a:p>
        </p:txBody>
      </p:sp>
      <p:sp>
        <p:nvSpPr>
          <p:cNvPr id="454" name="Google Shape;454;p50"/>
          <p:cNvSpPr/>
          <p:nvPr/>
        </p:nvSpPr>
        <p:spPr>
          <a:xfrm>
            <a:off x="1646563" y="796125"/>
            <a:ext cx="1804500" cy="4091700"/>
          </a:xfrm>
          <a:prstGeom prst="roundRect">
            <a:avLst>
              <a:gd fmla="val 6808" name="adj"/>
            </a:avLst>
          </a:prstGeom>
          <a:solidFill>
            <a:schemeClr val="lt1"/>
          </a:solidFill>
          <a:ln>
            <a:noFill/>
          </a:ln>
          <a:effectLst>
            <a:outerShdw blurRad="240212" rotWithShape="0" algn="bl" dir="5400000" dist="26690">
              <a:schemeClr val="lt2">
                <a:alpha val="64999"/>
              </a:schemeClr>
            </a:outerShdw>
          </a:effectLst>
        </p:spPr>
        <p:txBody>
          <a:bodyPr anchorCtr="0" anchor="ctr" bIns="128100" lIns="128100" spcFirstLastPara="1" rIns="128100" wrap="square" tIns="128100">
            <a:noAutofit/>
          </a:bodyPr>
          <a:lstStyle/>
          <a:p>
            <a:pPr indent="0" lvl="0" marL="0" rtl="0" algn="ctr">
              <a:spcBef>
                <a:spcPts val="0"/>
              </a:spcBef>
              <a:spcAft>
                <a:spcPts val="0"/>
              </a:spcAft>
              <a:buNone/>
            </a:pPr>
            <a:r>
              <a:t/>
            </a:r>
            <a:endParaRPr sz="1961">
              <a:solidFill>
                <a:schemeClr val="lt1"/>
              </a:solidFill>
              <a:latin typeface="Figtree"/>
              <a:ea typeface="Figtree"/>
              <a:cs typeface="Figtree"/>
              <a:sym typeface="Figtree"/>
            </a:endParaRPr>
          </a:p>
        </p:txBody>
      </p:sp>
      <p:sp>
        <p:nvSpPr>
          <p:cNvPr id="455" name="Google Shape;455;p50"/>
          <p:cNvSpPr txBox="1"/>
          <p:nvPr>
            <p:ph idx="5" type="title"/>
          </p:nvPr>
        </p:nvSpPr>
        <p:spPr>
          <a:xfrm>
            <a:off x="1690519" y="3509654"/>
            <a:ext cx="1716600" cy="291000"/>
          </a:xfrm>
          <a:prstGeom prst="rect">
            <a:avLst/>
          </a:prstGeom>
        </p:spPr>
        <p:txBody>
          <a:bodyPr anchorCtr="0" anchor="t" bIns="128100" lIns="128100" spcFirstLastPara="1" rIns="128100" wrap="square" tIns="128100">
            <a:noAutofit/>
          </a:bodyPr>
          <a:lstStyle/>
          <a:p>
            <a:pPr indent="0" lvl="0" marL="0" rtl="0" algn="l">
              <a:spcBef>
                <a:spcPts val="0"/>
              </a:spcBef>
              <a:spcAft>
                <a:spcPts val="0"/>
              </a:spcAft>
              <a:buNone/>
            </a:pPr>
            <a:r>
              <a:rPr lang="en" sz="1260"/>
              <a:t>Backend, Teacher Chat History, Teacher Progress Tracker View, Intervention Alerts</a:t>
            </a:r>
            <a:endParaRPr sz="1260"/>
          </a:p>
        </p:txBody>
      </p:sp>
      <p:sp>
        <p:nvSpPr>
          <p:cNvPr id="456" name="Google Shape;456;p50"/>
          <p:cNvSpPr txBox="1"/>
          <p:nvPr>
            <p:ph idx="6" type="title"/>
          </p:nvPr>
        </p:nvSpPr>
        <p:spPr>
          <a:xfrm>
            <a:off x="3818590" y="3035161"/>
            <a:ext cx="1716600" cy="241200"/>
          </a:xfrm>
          <a:prstGeom prst="rect">
            <a:avLst/>
          </a:prstGeom>
        </p:spPr>
        <p:txBody>
          <a:bodyPr anchorCtr="0" anchor="t" bIns="128100" lIns="128100" spcFirstLastPara="1" rIns="128100" wrap="square" tIns="128100">
            <a:noAutofit/>
          </a:bodyPr>
          <a:lstStyle/>
          <a:p>
            <a:pPr indent="0" lvl="0" marL="0" rtl="0" algn="l">
              <a:spcBef>
                <a:spcPts val="0"/>
              </a:spcBef>
              <a:spcAft>
                <a:spcPts val="0"/>
              </a:spcAft>
              <a:buClr>
                <a:schemeClr val="lt1"/>
              </a:buClr>
              <a:buSzPts val="1541"/>
              <a:buNone/>
            </a:pPr>
            <a:r>
              <a:rPr lang="en" sz="1401"/>
              <a:t>Luis Zarate</a:t>
            </a:r>
            <a:endParaRPr sz="1401"/>
          </a:p>
        </p:txBody>
      </p:sp>
      <p:sp>
        <p:nvSpPr>
          <p:cNvPr id="457" name="Google Shape;457;p50"/>
          <p:cNvSpPr txBox="1"/>
          <p:nvPr>
            <p:ph idx="7" type="title"/>
          </p:nvPr>
        </p:nvSpPr>
        <p:spPr>
          <a:xfrm>
            <a:off x="3747690" y="3509654"/>
            <a:ext cx="1716600" cy="291000"/>
          </a:xfrm>
          <a:prstGeom prst="rect">
            <a:avLst/>
          </a:prstGeom>
        </p:spPr>
        <p:txBody>
          <a:bodyPr anchorCtr="0" anchor="t" bIns="128100" lIns="128100" spcFirstLastPara="1" rIns="128100" wrap="square" tIns="128100">
            <a:noAutofit/>
          </a:bodyPr>
          <a:lstStyle/>
          <a:p>
            <a:pPr indent="0" lvl="0" marL="0" rtl="0" algn="l">
              <a:spcBef>
                <a:spcPts val="0"/>
              </a:spcBef>
              <a:spcAft>
                <a:spcPts val="0"/>
              </a:spcAft>
              <a:buClr>
                <a:schemeClr val="lt1"/>
              </a:buClr>
              <a:buSzPts val="1541"/>
              <a:buNone/>
            </a:pPr>
            <a:r>
              <a:rPr lang="en" sz="1260"/>
              <a:t>Backend, Quiz System Refactor, Debugging, Documentation</a:t>
            </a:r>
            <a:endParaRPr sz="1260"/>
          </a:p>
        </p:txBody>
      </p:sp>
      <p:sp>
        <p:nvSpPr>
          <p:cNvPr id="458" name="Google Shape;458;p50"/>
          <p:cNvSpPr txBox="1"/>
          <p:nvPr>
            <p:ph idx="8" type="title"/>
          </p:nvPr>
        </p:nvSpPr>
        <p:spPr>
          <a:xfrm>
            <a:off x="5874737" y="3035161"/>
            <a:ext cx="1716600" cy="241200"/>
          </a:xfrm>
          <a:prstGeom prst="rect">
            <a:avLst/>
          </a:prstGeom>
        </p:spPr>
        <p:txBody>
          <a:bodyPr anchorCtr="0" anchor="t" bIns="128100" lIns="128100" spcFirstLastPara="1" rIns="128100" wrap="square" tIns="128100">
            <a:noAutofit/>
          </a:bodyPr>
          <a:lstStyle/>
          <a:p>
            <a:pPr indent="0" lvl="0" marL="0" rtl="0" algn="l">
              <a:spcBef>
                <a:spcPts val="0"/>
              </a:spcBef>
              <a:spcAft>
                <a:spcPts val="0"/>
              </a:spcAft>
              <a:buClr>
                <a:schemeClr val="lt1"/>
              </a:buClr>
              <a:buSzPts val="1541"/>
              <a:buNone/>
            </a:pPr>
            <a:r>
              <a:rPr lang="en" sz="1401"/>
              <a:t>Jesse Boakye</a:t>
            </a:r>
            <a:endParaRPr sz="1401"/>
          </a:p>
        </p:txBody>
      </p:sp>
      <p:sp>
        <p:nvSpPr>
          <p:cNvPr id="459" name="Google Shape;459;p50"/>
          <p:cNvSpPr txBox="1"/>
          <p:nvPr>
            <p:ph idx="9" type="title"/>
          </p:nvPr>
        </p:nvSpPr>
        <p:spPr>
          <a:xfrm>
            <a:off x="5803887" y="3509654"/>
            <a:ext cx="1716600" cy="291000"/>
          </a:xfrm>
          <a:prstGeom prst="rect">
            <a:avLst/>
          </a:prstGeom>
        </p:spPr>
        <p:txBody>
          <a:bodyPr anchorCtr="0" anchor="t" bIns="128100" lIns="128100" spcFirstLastPara="1" rIns="128100" wrap="square" tIns="128100">
            <a:noAutofit/>
          </a:bodyPr>
          <a:lstStyle/>
          <a:p>
            <a:pPr indent="0" lvl="0" marL="0" rtl="0" algn="l">
              <a:spcBef>
                <a:spcPts val="0"/>
              </a:spcBef>
              <a:spcAft>
                <a:spcPts val="0"/>
              </a:spcAft>
              <a:buClr>
                <a:schemeClr val="lt1"/>
              </a:buClr>
              <a:buSzPts val="1541"/>
              <a:buNone/>
            </a:pPr>
            <a:r>
              <a:rPr lang="en" sz="1260"/>
              <a:t>Front-end, Polishing, Quiz-system Design, Read-only quizzes for chat histories</a:t>
            </a:r>
            <a:endParaRPr sz="1260"/>
          </a:p>
        </p:txBody>
      </p:sp>
      <p:sp>
        <p:nvSpPr>
          <p:cNvPr id="460" name="Google Shape;460;p50"/>
          <p:cNvSpPr txBox="1"/>
          <p:nvPr>
            <p:ph idx="3" type="title"/>
          </p:nvPr>
        </p:nvSpPr>
        <p:spPr>
          <a:xfrm>
            <a:off x="140775" y="140000"/>
            <a:ext cx="62823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Team Roles</a:t>
            </a:r>
            <a:endParaRPr/>
          </a:p>
        </p:txBody>
      </p:sp>
      <p:sp>
        <p:nvSpPr>
          <p:cNvPr id="461" name="Google Shape;461;p50"/>
          <p:cNvSpPr txBox="1"/>
          <p:nvPr>
            <p:ph idx="4" type="title"/>
          </p:nvPr>
        </p:nvSpPr>
        <p:spPr>
          <a:xfrm>
            <a:off x="1761694" y="3035161"/>
            <a:ext cx="1716600" cy="241200"/>
          </a:xfrm>
          <a:prstGeom prst="rect">
            <a:avLst/>
          </a:prstGeom>
        </p:spPr>
        <p:txBody>
          <a:bodyPr anchorCtr="0" anchor="t" bIns="128100" lIns="128100" spcFirstLastPara="1" rIns="128100" wrap="square" tIns="128100">
            <a:noAutofit/>
          </a:bodyPr>
          <a:lstStyle/>
          <a:p>
            <a:pPr indent="0" lvl="0" marL="0" rtl="0" algn="l">
              <a:spcBef>
                <a:spcPts val="0"/>
              </a:spcBef>
              <a:spcAft>
                <a:spcPts val="0"/>
              </a:spcAft>
              <a:buNone/>
            </a:pPr>
            <a:r>
              <a:rPr lang="en" sz="1401"/>
              <a:t>Zachary Mullin</a:t>
            </a:r>
            <a:endParaRPr sz="1401"/>
          </a:p>
        </p:txBody>
      </p:sp>
      <p:pic>
        <p:nvPicPr>
          <p:cNvPr id="462" name="Google Shape;462;p50"/>
          <p:cNvPicPr preferRelativeResize="0"/>
          <p:nvPr/>
        </p:nvPicPr>
        <p:blipFill>
          <a:blip r:embed="rId3">
            <a:alphaModFix/>
          </a:blip>
          <a:stretch>
            <a:fillRect/>
          </a:stretch>
        </p:blipFill>
        <p:spPr>
          <a:xfrm>
            <a:off x="1739200" y="849450"/>
            <a:ext cx="1619250" cy="1857375"/>
          </a:xfrm>
          <a:prstGeom prst="rect">
            <a:avLst/>
          </a:prstGeom>
          <a:noFill/>
          <a:ln>
            <a:noFill/>
          </a:ln>
        </p:spPr>
      </p:pic>
      <p:pic>
        <p:nvPicPr>
          <p:cNvPr id="463" name="Google Shape;463;p50"/>
          <p:cNvPicPr preferRelativeResize="0"/>
          <p:nvPr/>
        </p:nvPicPr>
        <p:blipFill rotWithShape="1">
          <a:blip r:embed="rId4">
            <a:alphaModFix/>
          </a:blip>
          <a:srcRect b="3372" l="0" r="0" t="8116"/>
          <a:stretch/>
        </p:blipFill>
        <p:spPr>
          <a:xfrm>
            <a:off x="3796400" y="862674"/>
            <a:ext cx="1619250" cy="1844150"/>
          </a:xfrm>
          <a:prstGeom prst="rect">
            <a:avLst/>
          </a:prstGeom>
          <a:noFill/>
          <a:ln>
            <a:noFill/>
          </a:ln>
        </p:spPr>
      </p:pic>
      <p:pic>
        <p:nvPicPr>
          <p:cNvPr id="464" name="Google Shape;464;p50"/>
          <p:cNvPicPr preferRelativeResize="0"/>
          <p:nvPr/>
        </p:nvPicPr>
        <p:blipFill rotWithShape="1">
          <a:blip r:embed="rId5">
            <a:alphaModFix/>
          </a:blip>
          <a:srcRect b="45304" l="20248" r="30148" t="12200"/>
          <a:stretch/>
        </p:blipFill>
        <p:spPr>
          <a:xfrm>
            <a:off x="5852550" y="856075"/>
            <a:ext cx="1623975" cy="1844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1"/>
          <p:cNvSpPr/>
          <p:nvPr/>
        </p:nvSpPr>
        <p:spPr>
          <a:xfrm>
            <a:off x="2435534" y="1620000"/>
            <a:ext cx="2075400" cy="3247800"/>
          </a:xfrm>
          <a:prstGeom prst="roundRect">
            <a:avLst>
              <a:gd fmla="val 4989" name="adj"/>
            </a:avLst>
          </a:prstGeom>
          <a:solidFill>
            <a:schemeClr val="lt1"/>
          </a:solidFill>
          <a:ln>
            <a:noFill/>
          </a:ln>
          <a:effectLst>
            <a:outerShdw blurRad="171450" rotWithShape="0" algn="bl" dir="5400000" dist="19050">
              <a:schemeClr val="dk2">
                <a:alpha val="4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470" name="Google Shape;470;p51"/>
          <p:cNvSpPr/>
          <p:nvPr/>
        </p:nvSpPr>
        <p:spPr>
          <a:xfrm>
            <a:off x="6840001" y="1620000"/>
            <a:ext cx="2075400" cy="3247800"/>
          </a:xfrm>
          <a:prstGeom prst="roundRect">
            <a:avLst>
              <a:gd fmla="val 4989" name="adj"/>
            </a:avLst>
          </a:prstGeom>
          <a:solidFill>
            <a:schemeClr val="lt1"/>
          </a:solidFill>
          <a:ln>
            <a:noFill/>
          </a:ln>
          <a:effectLst>
            <a:outerShdw blurRad="171450" rotWithShape="0" algn="bl" dir="5400000" dist="19050">
              <a:schemeClr val="dk2">
                <a:alpha val="4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471" name="Google Shape;471;p51"/>
          <p:cNvSpPr/>
          <p:nvPr/>
        </p:nvSpPr>
        <p:spPr>
          <a:xfrm>
            <a:off x="233300" y="1060850"/>
            <a:ext cx="2075400" cy="3247800"/>
          </a:xfrm>
          <a:prstGeom prst="roundRect">
            <a:avLst>
              <a:gd fmla="val 4989" name="adj"/>
            </a:avLst>
          </a:prstGeom>
          <a:solidFill>
            <a:schemeClr val="lt1"/>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472" name="Google Shape;472;p51"/>
          <p:cNvSpPr/>
          <p:nvPr/>
        </p:nvSpPr>
        <p:spPr>
          <a:xfrm>
            <a:off x="4637775" y="1060850"/>
            <a:ext cx="2075400" cy="3622800"/>
          </a:xfrm>
          <a:prstGeom prst="roundRect">
            <a:avLst>
              <a:gd fmla="val 4989" name="adj"/>
            </a:avLst>
          </a:prstGeom>
          <a:solidFill>
            <a:schemeClr val="lt1"/>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473" name="Google Shape;473;p51"/>
          <p:cNvSpPr txBox="1"/>
          <p:nvPr>
            <p:ph idx="3"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Sprint 4 Objectives</a:t>
            </a:r>
            <a:endParaRPr/>
          </a:p>
        </p:txBody>
      </p:sp>
      <p:sp>
        <p:nvSpPr>
          <p:cNvPr id="474" name="Google Shape;474;p51"/>
          <p:cNvSpPr txBox="1"/>
          <p:nvPr>
            <p:ph idx="1" type="body"/>
          </p:nvPr>
        </p:nvSpPr>
        <p:spPr>
          <a:xfrm>
            <a:off x="429325" y="1646650"/>
            <a:ext cx="1683300" cy="7140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This was the major focus of Sprint 4.</a:t>
            </a:r>
            <a:endParaRPr/>
          </a:p>
          <a:p>
            <a:pPr indent="-177800" lvl="0" marL="285750" rtl="0" algn="l">
              <a:spcBef>
                <a:spcPts val="1000"/>
              </a:spcBef>
              <a:spcAft>
                <a:spcPts val="0"/>
              </a:spcAft>
              <a:buSzPts val="1000"/>
              <a:buChar char="⟶"/>
            </a:pPr>
            <a:r>
              <a:rPr lang="en"/>
              <a:t>The systems were there at the end of Sprint 3, but they did not connect to the rest of the software</a:t>
            </a:r>
            <a:endParaRPr/>
          </a:p>
          <a:p>
            <a:pPr indent="-177800" lvl="0" marL="285750" rtl="0" algn="l">
              <a:spcBef>
                <a:spcPts val="1000"/>
              </a:spcBef>
              <a:spcAft>
                <a:spcPts val="1000"/>
              </a:spcAft>
              <a:buSzPts val="1000"/>
              <a:buChar char="⟶"/>
            </a:pPr>
            <a:r>
              <a:rPr lang="en"/>
              <a:t>This sprint was focused on connecting the quiz system with the progress tracker to show actual progress being made over time.</a:t>
            </a:r>
            <a:endParaRPr/>
          </a:p>
        </p:txBody>
      </p:sp>
      <p:sp>
        <p:nvSpPr>
          <p:cNvPr id="475" name="Google Shape;475;p51"/>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Progress Tracker</a:t>
            </a:r>
            <a:endParaRPr/>
          </a:p>
        </p:txBody>
      </p:sp>
      <p:sp>
        <p:nvSpPr>
          <p:cNvPr id="476" name="Google Shape;476;p51"/>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The “Intervention” tab of the Teacher Dashboard is now available</a:t>
            </a:r>
            <a:endParaRPr/>
          </a:p>
          <a:p>
            <a:pPr indent="-177800" lvl="0" marL="285750" rtl="0" algn="l">
              <a:spcBef>
                <a:spcPts val="1000"/>
              </a:spcBef>
              <a:spcAft>
                <a:spcPts val="0"/>
              </a:spcAft>
              <a:buSzPts val="1000"/>
              <a:buChar char="⟶"/>
            </a:pPr>
            <a:r>
              <a:rPr lang="en"/>
              <a:t>A student will appear in the Intervention tab if they have below a 70% quiz average in the progress tracker</a:t>
            </a:r>
            <a:endParaRPr/>
          </a:p>
          <a:p>
            <a:pPr indent="-177800" lvl="0" marL="285750" rtl="0" algn="l">
              <a:spcBef>
                <a:spcPts val="1000"/>
              </a:spcBef>
              <a:spcAft>
                <a:spcPts val="0"/>
              </a:spcAft>
              <a:buSzPts val="1000"/>
              <a:buChar char="⟶"/>
            </a:pPr>
            <a:r>
              <a:rPr lang="en"/>
              <a:t>The Intervention tab will have a ⚠️ icon next to it if a student has below a 50% quiz average</a:t>
            </a:r>
            <a:endParaRPr/>
          </a:p>
          <a:p>
            <a:pPr indent="-177800" lvl="0" marL="285750" rtl="0" algn="l">
              <a:spcBef>
                <a:spcPts val="1000"/>
              </a:spcBef>
              <a:spcAft>
                <a:spcPts val="0"/>
              </a:spcAft>
              <a:buSzPts val="1000"/>
              <a:buChar char="⟶"/>
            </a:pPr>
            <a:r>
              <a:rPr lang="en"/>
              <a:t>Teachers can view chat history and progress dashboards of students in their class</a:t>
            </a:r>
            <a:endParaRPr/>
          </a:p>
          <a:p>
            <a:pPr indent="0" lvl="0" marL="457200" rtl="0" algn="l">
              <a:spcBef>
                <a:spcPts val="1000"/>
              </a:spcBef>
              <a:spcAft>
                <a:spcPts val="1000"/>
              </a:spcAft>
              <a:buNone/>
            </a:pPr>
            <a:r>
              <a:t/>
            </a:r>
            <a:endParaRPr/>
          </a:p>
        </p:txBody>
      </p:sp>
      <p:sp>
        <p:nvSpPr>
          <p:cNvPr id="477" name="Google Shape;477;p51"/>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Teacher Intervention Alerts and Monitoring</a:t>
            </a:r>
            <a:endParaRPr/>
          </a:p>
        </p:txBody>
      </p:sp>
      <p:sp>
        <p:nvSpPr>
          <p:cNvPr id="478" name="Google Shape;478;p51"/>
          <p:cNvSpPr txBox="1"/>
          <p:nvPr>
            <p:ph idx="7" type="body"/>
          </p:nvPr>
        </p:nvSpPr>
        <p:spPr>
          <a:xfrm>
            <a:off x="2631588" y="2053200"/>
            <a:ext cx="1683300" cy="7140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The quiz system was changed to better reflect our goals with the Progress Tracker.</a:t>
            </a:r>
            <a:endParaRPr/>
          </a:p>
          <a:p>
            <a:pPr indent="-177800" lvl="0" marL="285750" rtl="0" algn="l">
              <a:spcBef>
                <a:spcPts val="1000"/>
              </a:spcBef>
              <a:spcAft>
                <a:spcPts val="0"/>
              </a:spcAft>
              <a:buSzPts val="1000"/>
              <a:buChar char="⟶"/>
            </a:pPr>
            <a:r>
              <a:rPr lang="en"/>
              <a:t>The LLM no longer grades the </a:t>
            </a:r>
            <a:r>
              <a:rPr lang="en"/>
              <a:t>quiz, it is done via the actual code.</a:t>
            </a:r>
            <a:endParaRPr/>
          </a:p>
          <a:p>
            <a:pPr indent="-177800" lvl="0" marL="285750" rtl="0" algn="l">
              <a:spcBef>
                <a:spcPts val="1000"/>
              </a:spcBef>
              <a:spcAft>
                <a:spcPts val="1000"/>
              </a:spcAft>
              <a:buSzPts val="1000"/>
              <a:buChar char="⟶"/>
            </a:pPr>
            <a:r>
              <a:rPr lang="en"/>
              <a:t>Short-answer questions have been unfortunately removed due to this change, but it allows the quiz system to be less reliant on the LLM and more deterministic, which helped us design the progress tracker</a:t>
            </a:r>
            <a:endParaRPr/>
          </a:p>
        </p:txBody>
      </p:sp>
      <p:sp>
        <p:nvSpPr>
          <p:cNvPr id="479" name="Google Shape;479;p51"/>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Refined Quiz System</a:t>
            </a:r>
            <a:endParaRPr/>
          </a:p>
        </p:txBody>
      </p:sp>
      <p:sp>
        <p:nvSpPr>
          <p:cNvPr id="480" name="Google Shape;480;p51"/>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Teachers can view a simplified version of the chat screen when viewing chat history</a:t>
            </a:r>
            <a:endParaRPr/>
          </a:p>
          <a:p>
            <a:pPr indent="-177800" lvl="0" marL="285750" rtl="0" algn="l">
              <a:spcBef>
                <a:spcPts val="1000"/>
              </a:spcBef>
              <a:spcAft>
                <a:spcPts val="0"/>
              </a:spcAft>
              <a:buSzPts val="1000"/>
              <a:buChar char="⟶"/>
            </a:pPr>
            <a:r>
              <a:rPr lang="en"/>
              <a:t>Progress tracker page data is now shown in a more useful way (percentages instead of decimals)</a:t>
            </a:r>
            <a:endParaRPr/>
          </a:p>
          <a:p>
            <a:pPr indent="-177800" lvl="0" marL="285750" rtl="0" algn="l">
              <a:spcBef>
                <a:spcPts val="1000"/>
              </a:spcBef>
              <a:spcAft>
                <a:spcPts val="1000"/>
              </a:spcAft>
              <a:buSzPts val="1000"/>
              <a:buChar char="⟶"/>
            </a:pPr>
            <a:r>
              <a:rPr lang="en"/>
              <a:t>Previous quizzes will appear in session history as read-only UI elements instead of raw JSON</a:t>
            </a:r>
            <a:endParaRPr/>
          </a:p>
        </p:txBody>
      </p:sp>
      <p:sp>
        <p:nvSpPr>
          <p:cNvPr id="481" name="Google Shape;481;p51"/>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Frontend Polishing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2"/>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Features Demo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3"/>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Kanban Board Overview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4"/>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Documentation of Report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5"/>
          <p:cNvSpPr txBox="1"/>
          <p:nvPr>
            <p:ph idx="2" type="title"/>
          </p:nvPr>
        </p:nvSpPr>
        <p:spPr>
          <a:xfrm>
            <a:off x="228600" y="457200"/>
            <a:ext cx="34326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Responsible Use of AI</a:t>
            </a:r>
            <a:endParaRPr/>
          </a:p>
        </p:txBody>
      </p:sp>
      <p:sp>
        <p:nvSpPr>
          <p:cNvPr id="502" name="Google Shape;502;p55"/>
          <p:cNvSpPr txBox="1"/>
          <p:nvPr>
            <p:ph idx="1" type="subTitle"/>
          </p:nvPr>
        </p:nvSpPr>
        <p:spPr>
          <a:xfrm>
            <a:off x="228950" y="1419750"/>
            <a:ext cx="5154900" cy="1616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500"/>
              <a:t>Google Gemini API was used in the testing phase in place of a local LLM due to an inability to run a local LLM on our home machines. The model used was Gemini 2.5 Flash Lite.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Other generative AI tools like ChatGPT were used exclusively for debugging purposes. The code was written and reviewed by us.</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6"/>
          <p:cNvSpPr/>
          <p:nvPr/>
        </p:nvSpPr>
        <p:spPr>
          <a:xfrm>
            <a:off x="4643155" y="460400"/>
            <a:ext cx="4272000" cy="4228800"/>
          </a:xfrm>
          <a:prstGeom prst="roundRect">
            <a:avLst>
              <a:gd fmla="val 3638" name="adj"/>
            </a:avLst>
          </a:prstGeom>
          <a:solidFill>
            <a:schemeClr val="lt1"/>
          </a:solidFill>
          <a:ln>
            <a:noFill/>
          </a:ln>
          <a:effectLst>
            <a:outerShdw blurRad="157163" rotWithShape="0" algn="bl" dir="13140000" dist="9525">
              <a:schemeClr val="lt2">
                <a:alpha val="58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08" name="Google Shape;508;p56"/>
          <p:cNvSpPr/>
          <p:nvPr/>
        </p:nvSpPr>
        <p:spPr>
          <a:xfrm>
            <a:off x="4643306" y="454300"/>
            <a:ext cx="4272000" cy="928500"/>
          </a:xfrm>
          <a:prstGeom prst="roundRect">
            <a:avLst>
              <a:gd fmla="val 8990" name="adj"/>
            </a:avLst>
          </a:prstGeom>
          <a:gradFill>
            <a:gsLst>
              <a:gs pos="0">
                <a:schemeClr val="lt2"/>
              </a:gs>
              <a:gs pos="100000">
                <a:schemeClr val="accent6"/>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509" name="Google Shape;509;p56"/>
          <p:cNvSpPr/>
          <p:nvPr/>
        </p:nvSpPr>
        <p:spPr>
          <a:xfrm>
            <a:off x="230074" y="460400"/>
            <a:ext cx="4272000" cy="4228800"/>
          </a:xfrm>
          <a:prstGeom prst="roundRect">
            <a:avLst>
              <a:gd fmla="val 3638" name="adj"/>
            </a:avLst>
          </a:prstGeom>
          <a:solidFill>
            <a:schemeClr val="lt1"/>
          </a:solidFill>
          <a:ln>
            <a:noFill/>
          </a:ln>
          <a:effectLst>
            <a:outerShdw blurRad="157163" rotWithShape="0" algn="bl" dir="13140000" dist="9525">
              <a:schemeClr val="lt2">
                <a:alpha val="58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10" name="Google Shape;510;p56"/>
          <p:cNvSpPr/>
          <p:nvPr/>
        </p:nvSpPr>
        <p:spPr>
          <a:xfrm>
            <a:off x="230074" y="454300"/>
            <a:ext cx="4272000" cy="928500"/>
          </a:xfrm>
          <a:prstGeom prst="roundRect">
            <a:avLst>
              <a:gd fmla="val 8990" name="adj"/>
            </a:avLst>
          </a:prstGeom>
          <a:gradFill>
            <a:gsLst>
              <a:gs pos="0">
                <a:schemeClr val="accent4"/>
              </a:gs>
              <a:gs pos="50000">
                <a:schemeClr val="lt2"/>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511" name="Google Shape;511;p56"/>
          <p:cNvSpPr txBox="1"/>
          <p:nvPr>
            <p:ph idx="3" type="subTitle"/>
          </p:nvPr>
        </p:nvSpPr>
        <p:spPr>
          <a:xfrm>
            <a:off x="410411" y="553150"/>
            <a:ext cx="3672900" cy="43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Sprint 4 Achievements</a:t>
            </a:r>
            <a:endParaRPr/>
          </a:p>
        </p:txBody>
      </p:sp>
      <p:sp>
        <p:nvSpPr>
          <p:cNvPr id="512" name="Google Shape;512;p56"/>
          <p:cNvSpPr txBox="1"/>
          <p:nvPr>
            <p:ph idx="5" type="subTitle"/>
          </p:nvPr>
        </p:nvSpPr>
        <p:spPr>
          <a:xfrm>
            <a:off x="4831216" y="553150"/>
            <a:ext cx="3672900" cy="43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Sprint 4 Challenges</a:t>
            </a:r>
            <a:endParaRPr/>
          </a:p>
        </p:txBody>
      </p:sp>
      <p:sp>
        <p:nvSpPr>
          <p:cNvPr id="513" name="Google Shape;513;p56"/>
          <p:cNvSpPr txBox="1"/>
          <p:nvPr>
            <p:ph idx="4" type="body"/>
          </p:nvPr>
        </p:nvSpPr>
        <p:spPr>
          <a:xfrm>
            <a:off x="469914" y="1596525"/>
            <a:ext cx="3792300" cy="2770500"/>
          </a:xfrm>
          <a:prstGeom prst="rect">
            <a:avLst/>
          </a:prstGeom>
        </p:spPr>
        <p:txBody>
          <a:bodyPr anchorCtr="0" anchor="t" bIns="0" lIns="0" spcFirstLastPara="1" rIns="0" wrap="square" tIns="0">
            <a:spAutoFit/>
          </a:bodyPr>
          <a:lstStyle/>
          <a:p>
            <a:pPr indent="-177800" lvl="0" marL="285750" rtl="0" algn="l">
              <a:spcBef>
                <a:spcPts val="0"/>
              </a:spcBef>
              <a:spcAft>
                <a:spcPts val="0"/>
              </a:spcAft>
              <a:buSzPts val="1000"/>
              <a:buChar char="⟶"/>
            </a:pPr>
            <a:r>
              <a:rPr lang="en"/>
              <a:t>     Progress Tracker is finally complete</a:t>
            </a:r>
            <a:endParaRPr/>
          </a:p>
          <a:p>
            <a:pPr indent="-292100" lvl="1" marL="914400" rtl="0" algn="l">
              <a:spcBef>
                <a:spcPts val="1000"/>
              </a:spcBef>
              <a:spcAft>
                <a:spcPts val="0"/>
              </a:spcAft>
              <a:buSzPts val="1000"/>
              <a:buChar char="○"/>
            </a:pPr>
            <a:r>
              <a:rPr lang="en"/>
              <a:t>This was the most annoying and most complex task</a:t>
            </a:r>
            <a:endParaRPr/>
          </a:p>
          <a:p>
            <a:pPr indent="-292100" lvl="1" marL="914400" rtl="0" algn="l">
              <a:spcBef>
                <a:spcPts val="1000"/>
              </a:spcBef>
              <a:spcAft>
                <a:spcPts val="0"/>
              </a:spcAft>
              <a:buSzPts val="1000"/>
              <a:buChar char="○"/>
            </a:pPr>
            <a:r>
              <a:rPr lang="en"/>
              <a:t>Couldn’t work on it until all other systems were functional</a:t>
            </a:r>
            <a:endParaRPr/>
          </a:p>
          <a:p>
            <a:pPr indent="-292100" lvl="1" marL="914400" rtl="0" algn="l">
              <a:spcBef>
                <a:spcPts val="1000"/>
              </a:spcBef>
              <a:spcAft>
                <a:spcPts val="0"/>
              </a:spcAft>
              <a:buSzPts val="1000"/>
              <a:buChar char="○"/>
            </a:pPr>
            <a:r>
              <a:rPr lang="en"/>
              <a:t>With it complete, the project is basically 90-95% done</a:t>
            </a:r>
            <a:endParaRPr/>
          </a:p>
          <a:p>
            <a:pPr indent="-292100" lvl="0" marL="457200" rtl="0" algn="l">
              <a:spcBef>
                <a:spcPts val="1000"/>
              </a:spcBef>
              <a:spcAft>
                <a:spcPts val="0"/>
              </a:spcAft>
              <a:buSzPts val="1000"/>
              <a:buChar char="⟶"/>
            </a:pPr>
            <a:r>
              <a:rPr lang="en"/>
              <a:t>The application is at a semi-polished state</a:t>
            </a:r>
            <a:endParaRPr/>
          </a:p>
          <a:p>
            <a:pPr indent="-292100" lvl="1" marL="914400" rtl="0" algn="l">
              <a:spcBef>
                <a:spcPts val="1000"/>
              </a:spcBef>
              <a:spcAft>
                <a:spcPts val="0"/>
              </a:spcAft>
              <a:buSzPts val="1000"/>
              <a:buChar char="○"/>
            </a:pPr>
            <a:r>
              <a:rPr lang="en"/>
              <a:t>Some edge cases still have to be worked out and some UI polishing needs to be done, but everything works as expected and is useable by students and teachers.</a:t>
            </a:r>
            <a:endParaRPr/>
          </a:p>
          <a:p>
            <a:pPr indent="-292100" lvl="1" marL="914400" rtl="0" algn="l">
              <a:spcBef>
                <a:spcPts val="1000"/>
              </a:spcBef>
              <a:spcAft>
                <a:spcPts val="1000"/>
              </a:spcAft>
              <a:buSzPts val="1000"/>
              <a:buChar char="○"/>
            </a:pPr>
            <a:r>
              <a:rPr lang="en"/>
              <a:t>Last big leap: stress testing the system on a server with a local LLM and multiple users at once</a:t>
            </a:r>
            <a:endParaRPr/>
          </a:p>
        </p:txBody>
      </p:sp>
      <p:sp>
        <p:nvSpPr>
          <p:cNvPr id="514" name="Google Shape;514;p56"/>
          <p:cNvSpPr txBox="1"/>
          <p:nvPr>
            <p:ph idx="4" type="body"/>
          </p:nvPr>
        </p:nvSpPr>
        <p:spPr>
          <a:xfrm>
            <a:off x="4882998" y="1596525"/>
            <a:ext cx="3792300" cy="3052800"/>
          </a:xfrm>
          <a:prstGeom prst="rect">
            <a:avLst/>
          </a:prstGeom>
        </p:spPr>
        <p:txBody>
          <a:bodyPr anchorCtr="0" anchor="t" bIns="0" lIns="0" spcFirstLastPara="1" rIns="0" wrap="square" tIns="0">
            <a:spAutoFit/>
          </a:bodyPr>
          <a:lstStyle/>
          <a:p>
            <a:pPr indent="-177800" lvl="0" marL="285750" rtl="0" algn="l">
              <a:spcBef>
                <a:spcPts val="0"/>
              </a:spcBef>
              <a:spcAft>
                <a:spcPts val="0"/>
              </a:spcAft>
              <a:buSzPts val="1000"/>
              <a:buChar char="⟶"/>
            </a:pPr>
            <a:r>
              <a:rPr lang="en"/>
              <a:t>    Using a local LLM proved to be the most difficult hurdle</a:t>
            </a:r>
            <a:endParaRPr/>
          </a:p>
          <a:p>
            <a:pPr indent="-292100" lvl="1" marL="914400" rtl="0" algn="l">
              <a:spcBef>
                <a:spcPts val="1000"/>
              </a:spcBef>
              <a:spcAft>
                <a:spcPts val="0"/>
              </a:spcAft>
              <a:buSzPts val="1000"/>
              <a:buChar char="○"/>
            </a:pPr>
            <a:r>
              <a:rPr lang="en"/>
              <a:t>Does not run on our home machines</a:t>
            </a:r>
            <a:endParaRPr/>
          </a:p>
          <a:p>
            <a:pPr indent="-292100" lvl="1" marL="914400" rtl="0" algn="l">
              <a:spcBef>
                <a:spcPts val="1000"/>
              </a:spcBef>
              <a:spcAft>
                <a:spcPts val="0"/>
              </a:spcAft>
              <a:buSzPts val="1000"/>
              <a:buChar char="○"/>
            </a:pPr>
            <a:r>
              <a:rPr lang="en"/>
              <a:t>Could not get access to a school server</a:t>
            </a:r>
            <a:endParaRPr/>
          </a:p>
          <a:p>
            <a:pPr indent="-292100" lvl="1" marL="914400" rtl="0" algn="l">
              <a:spcBef>
                <a:spcPts val="1000"/>
              </a:spcBef>
              <a:spcAft>
                <a:spcPts val="0"/>
              </a:spcAft>
              <a:buSzPts val="1000"/>
              <a:buChar char="○"/>
            </a:pPr>
            <a:r>
              <a:rPr lang="en"/>
              <a:t>Used the paid Gemini API in the meantime</a:t>
            </a:r>
            <a:endParaRPr/>
          </a:p>
          <a:p>
            <a:pPr indent="-292100" lvl="0" marL="457200" rtl="0" algn="l">
              <a:spcBef>
                <a:spcPts val="1000"/>
              </a:spcBef>
              <a:spcAft>
                <a:spcPts val="0"/>
              </a:spcAft>
              <a:buSzPts val="1000"/>
              <a:buChar char="⟶"/>
            </a:pPr>
            <a:r>
              <a:rPr lang="en"/>
              <a:t>Swapping between models has proven to be more work than expected</a:t>
            </a:r>
            <a:endParaRPr/>
          </a:p>
          <a:p>
            <a:pPr indent="-292100" lvl="1" marL="914400" rtl="0" algn="l">
              <a:spcBef>
                <a:spcPts val="1000"/>
              </a:spcBef>
              <a:spcAft>
                <a:spcPts val="0"/>
              </a:spcAft>
              <a:buSzPts val="1000"/>
              <a:buChar char="○"/>
            </a:pPr>
            <a:r>
              <a:rPr lang="en"/>
              <a:t>Mistral, Qwen, DeepSeek, LLaMA, etc. all use different formats and libraries</a:t>
            </a:r>
            <a:endParaRPr/>
          </a:p>
          <a:p>
            <a:pPr indent="-292100" lvl="1" marL="914400" rtl="0" algn="l">
              <a:spcBef>
                <a:spcPts val="1000"/>
              </a:spcBef>
              <a:spcAft>
                <a:spcPts val="0"/>
              </a:spcAft>
              <a:buSzPts val="1000"/>
              <a:buChar char="○"/>
            </a:pPr>
            <a:r>
              <a:rPr lang="en"/>
              <a:t>Swapping to any model on Huggingface on the fly is not feasible</a:t>
            </a:r>
            <a:endParaRPr/>
          </a:p>
          <a:p>
            <a:pPr indent="-292100" lvl="1" marL="914400" rtl="0" algn="l">
              <a:spcBef>
                <a:spcPts val="1000"/>
              </a:spcBef>
              <a:spcAft>
                <a:spcPts val="1000"/>
              </a:spcAft>
              <a:buSzPts val="1000"/>
              <a:buChar char="○"/>
            </a:pPr>
            <a:r>
              <a:rPr lang="en"/>
              <a:t>It’s not an elegant solution, but the best solution would be to have 3-4 model ‘brands’ and create modules for each one, and you can select any model from those ‘brands’ to use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7"/>
          <p:cNvSpPr/>
          <p:nvPr/>
        </p:nvSpPr>
        <p:spPr>
          <a:xfrm>
            <a:off x="238098" y="1084850"/>
            <a:ext cx="2778600" cy="3011100"/>
          </a:xfrm>
          <a:prstGeom prst="roundRect">
            <a:avLst>
              <a:gd fmla="val 3071" name="adj"/>
            </a:avLst>
          </a:prstGeom>
          <a:solidFill>
            <a:schemeClr val="lt1"/>
          </a:solidFill>
          <a:ln>
            <a:noFill/>
          </a:ln>
          <a:effectLst>
            <a:outerShdw blurRad="128588" rotWithShape="0" algn="bl">
              <a:schemeClr val="lt2">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20" name="Google Shape;520;p57"/>
          <p:cNvSpPr/>
          <p:nvPr/>
        </p:nvSpPr>
        <p:spPr>
          <a:xfrm>
            <a:off x="6131946" y="1084850"/>
            <a:ext cx="2778600" cy="3011100"/>
          </a:xfrm>
          <a:prstGeom prst="roundRect">
            <a:avLst>
              <a:gd fmla="val 3071" name="adj"/>
            </a:avLst>
          </a:prstGeom>
          <a:solidFill>
            <a:schemeClr val="lt1"/>
          </a:solidFill>
          <a:ln>
            <a:noFill/>
          </a:ln>
          <a:effectLst>
            <a:outerShdw blurRad="128588" rotWithShape="0" algn="bl">
              <a:schemeClr val="lt2">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21" name="Google Shape;521;p57"/>
          <p:cNvSpPr/>
          <p:nvPr/>
        </p:nvSpPr>
        <p:spPr>
          <a:xfrm>
            <a:off x="3182700" y="1445900"/>
            <a:ext cx="2778600" cy="3011100"/>
          </a:xfrm>
          <a:prstGeom prst="roundRect">
            <a:avLst>
              <a:gd fmla="val 3071" name="adj"/>
            </a:avLst>
          </a:prstGeom>
          <a:solidFill>
            <a:schemeClr val="lt1"/>
          </a:solidFill>
          <a:ln>
            <a:noFill/>
          </a:ln>
          <a:effectLst>
            <a:outerShdw blurRad="128588" rotWithShape="0" algn="bl">
              <a:schemeClr val="lt2">
                <a:alpha val="5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a:solidFill>
                <a:schemeClr val="lt1"/>
              </a:solidFill>
              <a:latin typeface="Figtree Medium"/>
              <a:ea typeface="Figtree Medium"/>
              <a:cs typeface="Figtree Medium"/>
              <a:sym typeface="Figtree Medium"/>
            </a:endParaRPr>
          </a:p>
        </p:txBody>
      </p:sp>
      <p:sp>
        <p:nvSpPr>
          <p:cNvPr id="522" name="Google Shape;522;p57"/>
          <p:cNvSpPr txBox="1"/>
          <p:nvPr>
            <p:ph idx="3"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Next Steps</a:t>
            </a:r>
            <a:endParaRPr/>
          </a:p>
        </p:txBody>
      </p:sp>
      <p:sp>
        <p:nvSpPr>
          <p:cNvPr id="523" name="Google Shape;523;p57"/>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Sprint 5</a:t>
            </a:r>
            <a:endParaRPr/>
          </a:p>
        </p:txBody>
      </p:sp>
      <p:sp>
        <p:nvSpPr>
          <p:cNvPr id="524" name="Google Shape;524;p57"/>
          <p:cNvSpPr txBox="1"/>
          <p:nvPr>
            <p:ph idx="4" type="body"/>
          </p:nvPr>
        </p:nvSpPr>
        <p:spPr>
          <a:xfrm>
            <a:off x="486650" y="1623428"/>
            <a:ext cx="2281500" cy="34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Full feature completion</a:t>
            </a:r>
            <a:endParaRPr/>
          </a:p>
        </p:txBody>
      </p:sp>
      <p:sp>
        <p:nvSpPr>
          <p:cNvPr id="525" name="Google Shape;525;p57"/>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t>Deployment on Server</a:t>
            </a:r>
            <a:endParaRPr sz="1600"/>
          </a:p>
        </p:txBody>
      </p:sp>
      <p:sp>
        <p:nvSpPr>
          <p:cNvPr id="526" name="Google Shape;526;p57"/>
          <p:cNvSpPr txBox="1"/>
          <p:nvPr>
            <p:ph idx="6" type="body"/>
          </p:nvPr>
        </p:nvSpPr>
        <p:spPr>
          <a:xfrm>
            <a:off x="3431250" y="1984477"/>
            <a:ext cx="2281500" cy="34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Beginning extensive testing</a:t>
            </a:r>
            <a:endParaRPr/>
          </a:p>
        </p:txBody>
      </p:sp>
      <p:sp>
        <p:nvSpPr>
          <p:cNvPr id="527" name="Google Shape;527;p57"/>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Sprint 6</a:t>
            </a:r>
            <a:endParaRPr/>
          </a:p>
        </p:txBody>
      </p:sp>
      <p:sp>
        <p:nvSpPr>
          <p:cNvPr id="528" name="Google Shape;528;p57"/>
          <p:cNvSpPr txBox="1"/>
          <p:nvPr>
            <p:ph idx="8" type="body"/>
          </p:nvPr>
        </p:nvSpPr>
        <p:spPr>
          <a:xfrm>
            <a:off x="6375850" y="1623427"/>
            <a:ext cx="2281500" cy="34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Final Delivery and Documentation</a:t>
            </a:r>
            <a:endParaRPr/>
          </a:p>
        </p:txBody>
      </p:sp>
      <p:sp>
        <p:nvSpPr>
          <p:cNvPr id="529" name="Google Shape;529;p57"/>
          <p:cNvSpPr txBox="1"/>
          <p:nvPr>
            <p:ph idx="4" type="body"/>
          </p:nvPr>
        </p:nvSpPr>
        <p:spPr>
          <a:xfrm>
            <a:off x="486650" y="2099800"/>
            <a:ext cx="2281500" cy="13341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Final remaining features will be completed, including bulk student account importing and student data exporting</a:t>
            </a:r>
            <a:endParaRPr/>
          </a:p>
          <a:p>
            <a:pPr indent="-177800" lvl="0" marL="285750" rtl="0" algn="l">
              <a:spcBef>
                <a:spcPts val="1000"/>
              </a:spcBef>
              <a:spcAft>
                <a:spcPts val="0"/>
              </a:spcAft>
              <a:buSzPts val="1000"/>
              <a:buChar char="⟶"/>
            </a:pPr>
            <a:r>
              <a:rPr lang="en"/>
              <a:t>Working with a local LLM (likely Mistral) to achieve similar performance to Gemini</a:t>
            </a:r>
            <a:endParaRPr/>
          </a:p>
          <a:p>
            <a:pPr indent="-177800" lvl="0" marL="285750" rtl="0" algn="l">
              <a:spcBef>
                <a:spcPts val="1000"/>
              </a:spcBef>
              <a:spcAft>
                <a:spcPts val="1000"/>
              </a:spcAft>
              <a:buSzPts val="1000"/>
              <a:buChar char="⟶"/>
            </a:pPr>
            <a:r>
              <a:rPr lang="en"/>
              <a:t>Additional security tests and implementation</a:t>
            </a:r>
            <a:endParaRPr/>
          </a:p>
        </p:txBody>
      </p:sp>
      <p:sp>
        <p:nvSpPr>
          <p:cNvPr id="530" name="Google Shape;530;p57"/>
          <p:cNvSpPr txBox="1"/>
          <p:nvPr>
            <p:ph idx="4" type="body"/>
          </p:nvPr>
        </p:nvSpPr>
        <p:spPr>
          <a:xfrm>
            <a:off x="6375850" y="2099800"/>
            <a:ext cx="2281500" cy="13341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Final polishing needed before deployment</a:t>
            </a:r>
            <a:endParaRPr/>
          </a:p>
          <a:p>
            <a:pPr indent="-177800" lvl="0" marL="285750" rtl="0" algn="l">
              <a:spcBef>
                <a:spcPts val="1000"/>
              </a:spcBef>
              <a:spcAft>
                <a:spcPts val="0"/>
              </a:spcAft>
              <a:buSzPts val="1000"/>
              <a:buChar char="⟶"/>
            </a:pPr>
            <a:r>
              <a:rPr lang="en"/>
              <a:t>Create training documentation and videos for teachers, administrators and students to understand how to use the system</a:t>
            </a:r>
            <a:endParaRPr/>
          </a:p>
          <a:p>
            <a:pPr indent="-177800" lvl="0" marL="285750" rtl="0" algn="l">
              <a:spcBef>
                <a:spcPts val="1000"/>
              </a:spcBef>
              <a:spcAft>
                <a:spcPts val="0"/>
              </a:spcAft>
              <a:buSzPts val="1000"/>
              <a:buChar char="⟶"/>
            </a:pPr>
            <a:r>
              <a:rPr lang="en"/>
              <a:t>Make the system easier to install</a:t>
            </a:r>
            <a:endParaRPr/>
          </a:p>
          <a:p>
            <a:pPr indent="-177800" lvl="0" marL="285750" rtl="0" algn="l">
              <a:spcBef>
                <a:spcPts val="1000"/>
              </a:spcBef>
              <a:spcAft>
                <a:spcPts val="1000"/>
              </a:spcAft>
              <a:buSzPts val="1000"/>
              <a:buChar char="⟶"/>
            </a:pPr>
            <a:r>
              <a:rPr lang="en"/>
              <a:t>Formally present software to client</a:t>
            </a:r>
            <a:endParaRPr/>
          </a:p>
        </p:txBody>
      </p:sp>
      <p:sp>
        <p:nvSpPr>
          <p:cNvPr id="531" name="Google Shape;531;p57"/>
          <p:cNvSpPr txBox="1"/>
          <p:nvPr>
            <p:ph idx="4" type="body"/>
          </p:nvPr>
        </p:nvSpPr>
        <p:spPr>
          <a:xfrm>
            <a:off x="3431250" y="2460850"/>
            <a:ext cx="2281500" cy="1334100"/>
          </a:xfrm>
          <a:prstGeom prst="rect">
            <a:avLst/>
          </a:prstGeom>
        </p:spPr>
        <p:txBody>
          <a:bodyPr anchorCtr="0" anchor="t" bIns="0" lIns="0" spcFirstLastPara="1" rIns="0" wrap="square" tIns="0">
            <a:noAutofit/>
          </a:bodyPr>
          <a:lstStyle/>
          <a:p>
            <a:pPr indent="-177800" lvl="0" marL="285750" rtl="0" algn="l">
              <a:spcBef>
                <a:spcPts val="0"/>
              </a:spcBef>
              <a:spcAft>
                <a:spcPts val="0"/>
              </a:spcAft>
              <a:buSzPts val="1000"/>
              <a:buChar char="⟶"/>
            </a:pPr>
            <a:r>
              <a:rPr lang="en"/>
              <a:t>Will allow us to run a local LLM more efficiently</a:t>
            </a:r>
            <a:endParaRPr/>
          </a:p>
          <a:p>
            <a:pPr indent="-177800" lvl="0" marL="285750" rtl="0" algn="l">
              <a:spcBef>
                <a:spcPts val="1000"/>
              </a:spcBef>
              <a:spcAft>
                <a:spcPts val="0"/>
              </a:spcAft>
              <a:buSzPts val="1000"/>
              <a:buChar char="⟶"/>
            </a:pPr>
            <a:r>
              <a:rPr lang="en"/>
              <a:t>Allows for end-users (students) to test the system alongside us</a:t>
            </a:r>
            <a:endParaRPr/>
          </a:p>
          <a:p>
            <a:pPr indent="-177800" lvl="0" marL="285750" rtl="0" algn="l">
              <a:spcBef>
                <a:spcPts val="1000"/>
              </a:spcBef>
              <a:spcAft>
                <a:spcPts val="0"/>
              </a:spcAft>
              <a:buSzPts val="1000"/>
              <a:buChar char="⟶"/>
            </a:pPr>
            <a:r>
              <a:rPr lang="en"/>
              <a:t>Will work with the client to complete this task</a:t>
            </a:r>
            <a:endParaRPr/>
          </a:p>
          <a:p>
            <a:pPr indent="-177800" lvl="0" marL="285750" rtl="0" algn="l">
              <a:spcBef>
                <a:spcPts val="1000"/>
              </a:spcBef>
              <a:spcAft>
                <a:spcPts val="1000"/>
              </a:spcAft>
              <a:buSzPts val="1000"/>
              <a:buChar char="⟶"/>
            </a:pPr>
            <a:r>
              <a:rPr lang="en"/>
              <a:t>Early March AT THE LATEST, likely late February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58"/>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000"/>
              <a:t>Sprint Retrospective</a:t>
            </a:r>
            <a:endParaRPr sz="3000"/>
          </a:p>
        </p:txBody>
      </p:sp>
      <p:sp>
        <p:nvSpPr>
          <p:cNvPr id="537" name="Google Shape;537;p58"/>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While there were setbacks, especially in regard to the local LLM and our plans for it, it is now our primary focus and the last thing we need to complete this project. Everything is in order to begin testing on a server as early as next week.</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9"/>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000"/>
              <a:t>Conclusion</a:t>
            </a:r>
            <a:endParaRPr sz="3000"/>
          </a:p>
        </p:txBody>
      </p:sp>
      <p:sp>
        <p:nvSpPr>
          <p:cNvPr id="543" name="Google Shape;543;p59"/>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lang="en" sz="1500"/>
              <a:t>The project is on schedule</a:t>
            </a:r>
            <a:br>
              <a:rPr lang="en" sz="1500"/>
            </a:br>
            <a:endParaRPr sz="1500"/>
          </a:p>
          <a:p>
            <a:pPr indent="-323850" lvl="0" marL="457200" rtl="0" algn="l">
              <a:spcBef>
                <a:spcPts val="0"/>
              </a:spcBef>
              <a:spcAft>
                <a:spcPts val="0"/>
              </a:spcAft>
              <a:buSzPts val="1500"/>
              <a:buChar char="➔"/>
            </a:pPr>
            <a:r>
              <a:rPr lang="en" sz="1500"/>
              <a:t>The current goal is to deploy the system on a server to test a local LLM</a:t>
            </a:r>
            <a:br>
              <a:rPr lang="en" sz="1500"/>
            </a:br>
            <a:endParaRPr sz="1500"/>
          </a:p>
          <a:p>
            <a:pPr indent="-323850" lvl="0" marL="457200" rtl="0" algn="l">
              <a:spcBef>
                <a:spcPts val="0"/>
              </a:spcBef>
              <a:spcAft>
                <a:spcPts val="0"/>
              </a:spcAft>
              <a:buSzPts val="1500"/>
              <a:buChar char="➔"/>
            </a:pPr>
            <a:r>
              <a:rPr lang="en" sz="1500"/>
              <a:t>Testing begins now!</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0"/>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